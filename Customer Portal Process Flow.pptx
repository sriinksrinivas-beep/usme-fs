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AA0DFF-1C63-48A9-A21D-A9F6743F96B2}" v="2" dt="2026-10-26T17:47:33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" userId="0dfdf577-abd2-4267-93fe-1b178774e272" providerId="ADAL" clId="{26E41FBD-A856-477A-B280-770F18103933}"/>
    <pc:docChg chg="undo custSel modSld">
      <pc:chgData name="Srinivas" userId="0dfdf577-abd2-4267-93fe-1b178774e272" providerId="ADAL" clId="{26E41FBD-A856-477A-B280-770F18103933}" dt="2026-10-26T18:48:56.588" v="62" actId="207"/>
      <pc:docMkLst>
        <pc:docMk/>
      </pc:docMkLst>
      <pc:sldChg chg="addSp modSp mod">
        <pc:chgData name="Srinivas" userId="0dfdf577-abd2-4267-93fe-1b178774e272" providerId="ADAL" clId="{26E41FBD-A856-477A-B280-770F18103933}" dt="2026-10-26T18:48:56.588" v="62" actId="207"/>
        <pc:sldMkLst>
          <pc:docMk/>
          <pc:sldMk cId="1015219157" sldId="256"/>
        </pc:sldMkLst>
        <pc:spChg chg="add mod">
          <ac:chgData name="Srinivas" userId="0dfdf577-abd2-4267-93fe-1b178774e272" providerId="ADAL" clId="{26E41FBD-A856-477A-B280-770F18103933}" dt="2026-10-26T17:46:13.400" v="2" actId="1076"/>
          <ac:spMkLst>
            <pc:docMk/>
            <pc:sldMk cId="1015219157" sldId="256"/>
            <ac:spMk id="2" creationId="{C7FDC028-9111-CD43-ABAB-45583F1D2157}"/>
          </ac:spMkLst>
        </pc:spChg>
        <pc:spChg chg="add mod">
          <ac:chgData name="Srinivas" userId="0dfdf577-abd2-4267-93fe-1b178774e272" providerId="ADAL" clId="{26E41FBD-A856-477A-B280-770F18103933}" dt="2026-10-26T18:48:56.588" v="62" actId="207"/>
          <ac:spMkLst>
            <pc:docMk/>
            <pc:sldMk cId="1015219157" sldId="256"/>
            <ac:spMk id="3" creationId="{5A2D9F59-C3FC-381F-A988-A647B58C8735}"/>
          </ac:spMkLst>
        </pc:spChg>
        <pc:spChg chg="add mod">
          <ac:chgData name="Srinivas" userId="0dfdf577-abd2-4267-93fe-1b178774e272" providerId="ADAL" clId="{26E41FBD-A856-477A-B280-770F18103933}" dt="2026-10-26T17:47:30.761" v="53" actId="20577"/>
          <ac:spMkLst>
            <pc:docMk/>
            <pc:sldMk cId="1015219157" sldId="256"/>
            <ac:spMk id="14" creationId="{A5A1FAB0-EB26-9ACA-858C-00D842CF8998}"/>
          </ac:spMkLst>
        </pc:spChg>
        <pc:spChg chg="mod">
          <ac:chgData name="Srinivas" userId="0dfdf577-abd2-4267-93fe-1b178774e272" providerId="ADAL" clId="{26E41FBD-A856-477A-B280-770F18103933}" dt="2026-10-26T18:03:32.327" v="60" actId="207"/>
          <ac:spMkLst>
            <pc:docMk/>
            <pc:sldMk cId="1015219157" sldId="256"/>
            <ac:spMk id="17" creationId="{76FD463D-39B8-DAFA-B80B-2456D78D1479}"/>
          </ac:spMkLst>
        </pc:spChg>
        <pc:spChg chg="mod">
          <ac:chgData name="Srinivas" userId="0dfdf577-abd2-4267-93fe-1b178774e272" providerId="ADAL" clId="{26E41FBD-A856-477A-B280-770F18103933}" dt="2026-10-26T17:46:49.698" v="18" actId="6549"/>
          <ac:spMkLst>
            <pc:docMk/>
            <pc:sldMk cId="1015219157" sldId="256"/>
            <ac:spMk id="19" creationId="{DD2E8028-4584-3B7E-453A-28E21C2D945F}"/>
          </ac:spMkLst>
        </pc:spChg>
        <pc:spChg chg="mod">
          <ac:chgData name="Srinivas" userId="0dfdf577-abd2-4267-93fe-1b178774e272" providerId="ADAL" clId="{26E41FBD-A856-477A-B280-770F18103933}" dt="2026-10-26T18:48:53.804" v="61" actId="207"/>
          <ac:spMkLst>
            <pc:docMk/>
            <pc:sldMk cId="1015219157" sldId="256"/>
            <ac:spMk id="21" creationId="{A6A98758-1001-B1F0-3DFB-CC1F4C165DCF}"/>
          </ac:spMkLst>
        </pc:spChg>
        <pc:spChg chg="mod">
          <ac:chgData name="Srinivas" userId="0dfdf577-abd2-4267-93fe-1b178774e272" providerId="ADAL" clId="{26E41FBD-A856-477A-B280-770F18103933}" dt="2026-10-26T17:46:03.038" v="0" actId="1076"/>
          <ac:spMkLst>
            <pc:docMk/>
            <pc:sldMk cId="1015219157" sldId="256"/>
            <ac:spMk id="43" creationId="{3622210B-72CB-1D4D-52C2-D03BC0A1BAC7}"/>
          </ac:spMkLst>
        </pc:spChg>
        <pc:cxnChg chg="add mod">
          <ac:chgData name="Srinivas" userId="0dfdf577-abd2-4267-93fe-1b178774e272" providerId="ADAL" clId="{26E41FBD-A856-477A-B280-770F18103933}" dt="2026-10-26T17:46:13.400" v="2" actId="1076"/>
          <ac:cxnSpMkLst>
            <pc:docMk/>
            <pc:sldMk cId="1015219157" sldId="256"/>
            <ac:cxnSpMk id="6" creationId="{28BC6509-9BEC-7D66-A256-15A13D691D38}"/>
          </ac:cxnSpMkLst>
        </pc:cxnChg>
        <pc:cxnChg chg="add mod">
          <ac:chgData name="Srinivas" userId="0dfdf577-abd2-4267-93fe-1b178774e272" providerId="ADAL" clId="{26E41FBD-A856-477A-B280-770F18103933}" dt="2026-10-26T17:47:40.939" v="57" actId="14100"/>
          <ac:cxnSpMkLst>
            <pc:docMk/>
            <pc:sldMk cId="1015219157" sldId="256"/>
            <ac:cxnSpMk id="16" creationId="{20D05453-06BF-0B4A-E925-49150EF70CBA}"/>
          </ac:cxnSpMkLst>
        </pc:cxnChg>
        <pc:cxnChg chg="mod">
          <ac:chgData name="Srinivas" userId="0dfdf577-abd2-4267-93fe-1b178774e272" providerId="ADAL" clId="{26E41FBD-A856-477A-B280-770F18103933}" dt="2026-10-26T17:47:21.505" v="48" actId="14100"/>
          <ac:cxnSpMkLst>
            <pc:docMk/>
            <pc:sldMk cId="1015219157" sldId="256"/>
            <ac:cxnSpMk id="41" creationId="{0C0B4CB2-E626-1821-AD4E-3111F16F8BE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691D-28B7-1487-F347-3EC061364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685EB-2F58-5CF4-6F18-7C293B7D2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D0B85-029F-384C-E27D-D3F56519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25E3F-1ADC-FF76-175F-D366BEBAF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63470-8947-5EF6-E137-813AE74F6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174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4442-5825-8F99-A57D-91CA20F8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2B41B-6CE8-C4AE-3845-3C0556314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89AD3-A604-D874-3A03-EF902637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1729F-F06F-02B3-C31D-93640104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5D2C7-9215-FC2B-598D-EB6ACAC5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27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F747-D967-7956-6421-0E54C985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AECD-1400-FA17-CFC6-14EF1E7B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CC21F-8FD1-8BEB-60A5-5316E236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8F2D4-33B1-CD64-359E-40235CB4A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FCC8A-C541-C987-5E76-00BB6486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511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A27A-46AB-F3DB-F094-FCE82B0C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3A5EE-31AB-830A-E325-DCDA9D476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7F85C-CA98-41F7-011B-9FB7193B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9AFCE-C450-7AC3-B2EB-DBB49D74D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34F21-DF44-E88E-7D7A-AA64E6FF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E41E5-986E-75B0-09CB-F816EA5C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155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0DA3-6B26-E7ED-D8FE-76BA22758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29609-90D4-64CB-8072-A49344F85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E4627-CBF8-9280-36EE-DBF335132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AD611-2ABD-B839-0CC0-1B8F9A640E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7CF17-E638-CED5-89BF-D635FB0C32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2BEB4-24D7-95F4-290A-7211F8E4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42CDF-C71A-493C-4953-E350D93B3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701BB-9E11-366B-3791-8DBC41008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16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1859-EE6D-CAF5-C87E-EBBC627D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71818-2AD3-5542-745C-CD3BBCD1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4A0E2-9D9E-E456-AF26-3C7752F7F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708D5-66BC-B169-BA8B-749772E3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74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07E6F9-67CE-0D1C-AAA0-65428130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DA5B2-C645-AE63-89E1-11DB33CA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FB44B-D51D-27B2-8E46-EEF756DA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7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ED089-0E19-9765-5960-74480D2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0E9A-ED18-3C45-4B38-F0E1F46C1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913D0-79EB-A3D9-0EED-7484CE4DF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C3DC5-EFA1-32C8-066F-FBF328D96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4E861-F0FB-11FC-345E-CD3755A51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D2425-B393-C8E3-4F10-643225FED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5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12D0-8849-4375-3802-35C9896A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85DC67-26C6-50D9-7B99-993ABAAE117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DAE13-07E8-96AA-A808-BA7A5EF68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CE30F-11AC-4483-453D-D2E46AFD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A34D9-8725-4107-BA8D-CE240306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B51D9-0DCC-EA29-5A80-20A378729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678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EB68-6401-83F8-CC89-B8B44F5AB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13861-A10E-DCA3-DA20-DC6B0B56E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922D9-7538-08C0-A345-CF8BD2B0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4CCD8-2219-B8FE-82B7-B3E0FBEE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4EE0-FA9F-B974-7F52-C48B3578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652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973A25-FE19-B0B0-CE85-9684FCA12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EE0A0B-2CEE-808C-12EC-729EDBBF2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44623-EF38-B8FA-BC4D-7F391FF8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FF378-36AF-6A69-1B77-4611262C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0B683-5518-9DB2-F778-527782F3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3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75F87-1EF4-DADA-9562-7FC00CCD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81EB8-1EE4-3A22-3F49-98B5FE66A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361DB-FD7E-A71D-37F5-2D78AF18A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46A9C-AE9B-4C8F-81A3-02E59B21703E}" type="datetimeFigureOut">
              <a:rPr lang="en-IN" smtClean="0"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A8569-8940-4720-CB79-834E2B18D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65B2-5E8B-5237-2BC9-CBB8570C4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B1A4A-9ABE-4944-B171-5F3161BE4A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75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B1918B-59EC-DB74-98E7-635114739558}"/>
              </a:ext>
            </a:extLst>
          </p:cNvPr>
          <p:cNvSpPr/>
          <p:nvPr/>
        </p:nvSpPr>
        <p:spPr>
          <a:xfrm>
            <a:off x="3101198" y="726054"/>
            <a:ext cx="3270848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Customer Login to Portal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86040-423D-2F7A-9215-61531DD359A8}"/>
              </a:ext>
            </a:extLst>
          </p:cNvPr>
          <p:cNvSpPr/>
          <p:nvPr/>
        </p:nvSpPr>
        <p:spPr>
          <a:xfrm>
            <a:off x="3703609" y="2140066"/>
            <a:ext cx="211059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Intake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6B4832-82D4-F8FE-3458-981FCD015565}"/>
              </a:ext>
            </a:extLst>
          </p:cNvPr>
          <p:cNvSpPr/>
          <p:nvPr/>
        </p:nvSpPr>
        <p:spPr>
          <a:xfrm>
            <a:off x="750499" y="3631720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Rental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8709F-9FBB-73B4-3FF2-7087B4272EC8}"/>
              </a:ext>
            </a:extLst>
          </p:cNvPr>
          <p:cNvSpPr/>
          <p:nvPr/>
        </p:nvSpPr>
        <p:spPr>
          <a:xfrm>
            <a:off x="2375141" y="3631719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92344F-9FE3-FA70-035B-C3CEAFFBBADF}"/>
              </a:ext>
            </a:extLst>
          </p:cNvPr>
          <p:cNvSpPr/>
          <p:nvPr/>
        </p:nvSpPr>
        <p:spPr>
          <a:xfrm>
            <a:off x="4189563" y="3631718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Pickup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AC4EDA-2203-1709-6D8C-06A4ECDE04A7}"/>
              </a:ext>
            </a:extLst>
          </p:cNvPr>
          <p:cNvSpPr/>
          <p:nvPr/>
        </p:nvSpPr>
        <p:spPr>
          <a:xfrm>
            <a:off x="7438847" y="3628839"/>
            <a:ext cx="1555628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Rental Service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4611E7-989B-6E36-3CF2-1569EA564015}"/>
              </a:ext>
            </a:extLst>
          </p:cNvPr>
          <p:cNvSpPr/>
          <p:nvPr/>
        </p:nvSpPr>
        <p:spPr>
          <a:xfrm>
            <a:off x="1104181" y="5020571"/>
            <a:ext cx="211059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Ascent Sales Order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FD463D-39B8-DAFA-B80B-2456D78D1479}"/>
              </a:ext>
            </a:extLst>
          </p:cNvPr>
          <p:cNvSpPr/>
          <p:nvPr/>
        </p:nvSpPr>
        <p:spPr>
          <a:xfrm>
            <a:off x="5480649" y="4957308"/>
            <a:ext cx="2110596" cy="7016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Ascent Work Order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2E8028-4584-3B7E-453A-28E21C2D945F}"/>
              </a:ext>
            </a:extLst>
          </p:cNvPr>
          <p:cNvSpPr/>
          <p:nvPr/>
        </p:nvSpPr>
        <p:spPr>
          <a:xfrm>
            <a:off x="9063488" y="2242866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Dispute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98758-1001-B1F0-3DFB-CC1F4C165DCF}"/>
              </a:ext>
            </a:extLst>
          </p:cNvPr>
          <p:cNvSpPr/>
          <p:nvPr/>
        </p:nvSpPr>
        <p:spPr>
          <a:xfrm>
            <a:off x="9063488" y="4745234"/>
            <a:ext cx="1291086" cy="7016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Invoice Dispute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079EF3-AE42-C8F3-AEB8-B62D98001EE7}"/>
              </a:ext>
            </a:extLst>
          </p:cNvPr>
          <p:cNvSpPr/>
          <p:nvPr/>
        </p:nvSpPr>
        <p:spPr>
          <a:xfrm>
            <a:off x="5814205" y="3631717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Biomed Services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299C6917-4A17-B3FA-166D-3EDE77E26F4B}"/>
              </a:ext>
            </a:extLst>
          </p:cNvPr>
          <p:cNvSpPr/>
          <p:nvPr/>
        </p:nvSpPr>
        <p:spPr>
          <a:xfrm>
            <a:off x="4370717" y="1627517"/>
            <a:ext cx="477328" cy="4600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65B881-A267-A0F8-7CD7-74474C2C9096}"/>
              </a:ext>
            </a:extLst>
          </p:cNvPr>
          <p:cNvCxnSpPr/>
          <p:nvPr/>
        </p:nvCxnSpPr>
        <p:spPr>
          <a:xfrm>
            <a:off x="1639019" y="3180272"/>
            <a:ext cx="656757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Arrow: Down 28">
            <a:extLst>
              <a:ext uri="{FF2B5EF4-FFF2-40B4-BE49-F238E27FC236}">
                <a16:creationId xmlns:a16="http://schemas.microsoft.com/office/drawing/2014/main" id="{A7E117B9-3DF3-10B0-DF19-FB1B6B987825}"/>
              </a:ext>
            </a:extLst>
          </p:cNvPr>
          <p:cNvSpPr/>
          <p:nvPr/>
        </p:nvSpPr>
        <p:spPr>
          <a:xfrm>
            <a:off x="4357778" y="2894156"/>
            <a:ext cx="477328" cy="2861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C12FF3-C230-AB9B-8ADE-47409F631117}"/>
              </a:ext>
            </a:extLst>
          </p:cNvPr>
          <p:cNvCxnSpPr/>
          <p:nvPr/>
        </p:nvCxnSpPr>
        <p:spPr>
          <a:xfrm>
            <a:off x="1639019" y="3180272"/>
            <a:ext cx="0" cy="448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C1CD59A-9852-E729-E0A4-39F4E49585D8}"/>
              </a:ext>
            </a:extLst>
          </p:cNvPr>
          <p:cNvCxnSpPr/>
          <p:nvPr/>
        </p:nvCxnSpPr>
        <p:spPr>
          <a:xfrm>
            <a:off x="2999118" y="3180272"/>
            <a:ext cx="0" cy="448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621263-DC68-E79A-63C1-4A8F77E5D882}"/>
              </a:ext>
            </a:extLst>
          </p:cNvPr>
          <p:cNvCxnSpPr/>
          <p:nvPr/>
        </p:nvCxnSpPr>
        <p:spPr>
          <a:xfrm>
            <a:off x="4822166" y="3204716"/>
            <a:ext cx="0" cy="448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D01CE3-89E8-AFFA-C3A2-D04DD98224F4}"/>
              </a:ext>
            </a:extLst>
          </p:cNvPr>
          <p:cNvCxnSpPr/>
          <p:nvPr/>
        </p:nvCxnSpPr>
        <p:spPr>
          <a:xfrm>
            <a:off x="6420929" y="3180272"/>
            <a:ext cx="0" cy="448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9651313-9EC8-B389-DF59-FC91FDE6F3BD}"/>
              </a:ext>
            </a:extLst>
          </p:cNvPr>
          <p:cNvCxnSpPr/>
          <p:nvPr/>
        </p:nvCxnSpPr>
        <p:spPr>
          <a:xfrm>
            <a:off x="8206596" y="3204716"/>
            <a:ext cx="0" cy="4485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CC2C09EC-9C0C-1BCC-714C-6D1C10ADC96C}"/>
              </a:ext>
            </a:extLst>
          </p:cNvPr>
          <p:cNvSpPr/>
          <p:nvPr/>
        </p:nvSpPr>
        <p:spPr>
          <a:xfrm rot="5400000">
            <a:off x="1765325" y="3891718"/>
            <a:ext cx="829562" cy="1707034"/>
          </a:xfrm>
          <a:prstGeom prst="rightBrace">
            <a:avLst>
              <a:gd name="adj1" fmla="val 8333"/>
              <a:gd name="adj2" fmla="val 4663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4298A8BC-F142-EB9F-9774-304AAB4CF5F4}"/>
              </a:ext>
            </a:extLst>
          </p:cNvPr>
          <p:cNvSpPr/>
          <p:nvPr/>
        </p:nvSpPr>
        <p:spPr>
          <a:xfrm rot="5400000">
            <a:off x="6237871" y="3053270"/>
            <a:ext cx="829562" cy="3383929"/>
          </a:xfrm>
          <a:prstGeom prst="rightBrace">
            <a:avLst>
              <a:gd name="adj1" fmla="val 8333"/>
              <a:gd name="adj2" fmla="val 46630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C0B4CB2-E626-1821-AD4E-3111F16F8BE2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9709031" y="3094008"/>
            <a:ext cx="5751" cy="16512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622210B-72CB-1D4D-52C2-D03BC0A1BAC7}"/>
              </a:ext>
            </a:extLst>
          </p:cNvPr>
          <p:cNvSpPr/>
          <p:nvPr/>
        </p:nvSpPr>
        <p:spPr>
          <a:xfrm>
            <a:off x="6459748" y="2099092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Reports &amp; History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BAD8A8-FE36-BF2B-3276-50D67AA75548}"/>
              </a:ext>
            </a:extLst>
          </p:cNvPr>
          <p:cNvSpPr txBox="1"/>
          <p:nvPr/>
        </p:nvSpPr>
        <p:spPr>
          <a:xfrm>
            <a:off x="253042" y="132272"/>
            <a:ext cx="4405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+mj-lt"/>
              </a:rPr>
              <a:t>Customer Portal Process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FDC028-9111-CD43-ABAB-45583F1D2157}"/>
              </a:ext>
            </a:extLst>
          </p:cNvPr>
          <p:cNvSpPr/>
          <p:nvPr/>
        </p:nvSpPr>
        <p:spPr>
          <a:xfrm>
            <a:off x="10780141" y="2242866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Support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D9F59-C3FC-381F-A988-A647B58C8735}"/>
              </a:ext>
            </a:extLst>
          </p:cNvPr>
          <p:cNvSpPr/>
          <p:nvPr/>
        </p:nvSpPr>
        <p:spPr>
          <a:xfrm>
            <a:off x="10780141" y="4957308"/>
            <a:ext cx="1291086" cy="70161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Case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8BC6509-9BEC-7D66-A256-15A13D691D38}"/>
              </a:ext>
            </a:extLst>
          </p:cNvPr>
          <p:cNvCxnSpPr/>
          <p:nvPr/>
        </p:nvCxnSpPr>
        <p:spPr>
          <a:xfrm>
            <a:off x="11431435" y="3094008"/>
            <a:ext cx="0" cy="18115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1FAB0-EB26-9ACA-858C-00D842CF8998}"/>
              </a:ext>
            </a:extLst>
          </p:cNvPr>
          <p:cNvSpPr/>
          <p:nvPr/>
        </p:nvSpPr>
        <p:spPr>
          <a:xfrm>
            <a:off x="9063488" y="5873127"/>
            <a:ext cx="1291086" cy="7016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Invoice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D05453-06BF-0B4A-E925-49150EF70CB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9709031" y="5481731"/>
            <a:ext cx="0" cy="3913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21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</dc:creator>
  <cp:lastModifiedBy>Srinivas</cp:lastModifiedBy>
  <cp:revision>1</cp:revision>
  <dcterms:created xsi:type="dcterms:W3CDTF">2026-10-26T17:34:45Z</dcterms:created>
  <dcterms:modified xsi:type="dcterms:W3CDTF">2026-10-26T18:48:58Z</dcterms:modified>
</cp:coreProperties>
</file>