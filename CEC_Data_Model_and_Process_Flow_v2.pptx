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639F06-7BB5-4F27-9D87-D5A17088DF62}" v="12" dt="2026-10-28T06:04:05.5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31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inivas" userId="0dfdf577-abd2-4267-93fe-1b178774e272" providerId="ADAL" clId="{26E41FBD-A856-477A-B280-770F18103933}"/>
    <pc:docChg chg="undo custSel addSld delSld modSld">
      <pc:chgData name="Srinivas" userId="0dfdf577-abd2-4267-93fe-1b178774e272" providerId="ADAL" clId="{26E41FBD-A856-477A-B280-770F18103933}" dt="2026-10-28T06:18:08.684" v="572" actId="20577"/>
      <pc:docMkLst>
        <pc:docMk/>
      </pc:docMkLst>
      <pc:sldChg chg="modSp mod">
        <pc:chgData name="Srinivas" userId="0dfdf577-abd2-4267-93fe-1b178774e272" providerId="ADAL" clId="{26E41FBD-A856-477A-B280-770F18103933}" dt="2026-10-28T06:18:08.684" v="572" actId="20577"/>
        <pc:sldMkLst>
          <pc:docMk/>
          <pc:sldMk cId="0" sldId="256"/>
        </pc:sldMkLst>
        <pc:spChg chg="mod">
          <ac:chgData name="Srinivas" userId="0dfdf577-abd2-4267-93fe-1b178774e272" providerId="ADAL" clId="{26E41FBD-A856-477A-B280-770F18103933}" dt="2026-10-28T05:52:30.648" v="269" actId="6549"/>
          <ac:spMkLst>
            <pc:docMk/>
            <pc:sldMk cId="0" sldId="256"/>
            <ac:spMk id="8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6:18:03.516" v="560" actId="20577"/>
          <ac:spMkLst>
            <pc:docMk/>
            <pc:sldMk cId="0" sldId="256"/>
            <ac:spMk id="16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5:52:41.835" v="277" actId="20577"/>
          <ac:spMkLst>
            <pc:docMk/>
            <pc:sldMk cId="0" sldId="256"/>
            <ac:spMk id="24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5T13:28:46.340" v="153" actId="6549"/>
          <ac:spMkLst>
            <pc:docMk/>
            <pc:sldMk cId="0" sldId="256"/>
            <ac:spMk id="26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5T13:29:08.821" v="194" actId="20577"/>
          <ac:spMkLst>
            <pc:docMk/>
            <pc:sldMk cId="0" sldId="256"/>
            <ac:spMk id="28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6:18:08.684" v="572" actId="20577"/>
          <ac:spMkLst>
            <pc:docMk/>
            <pc:sldMk cId="0" sldId="256"/>
            <ac:spMk id="32" creationId="{00000000-0000-0000-0000-000000000000}"/>
          </ac:spMkLst>
        </pc:spChg>
      </pc:sldChg>
      <pc:sldChg chg="addSp delSp modSp mod">
        <pc:chgData name="Srinivas" userId="0dfdf577-abd2-4267-93fe-1b178774e272" providerId="ADAL" clId="{26E41FBD-A856-477A-B280-770F18103933}" dt="2026-10-28T06:05:33.007" v="458" actId="20577"/>
        <pc:sldMkLst>
          <pc:docMk/>
          <pc:sldMk cId="0" sldId="257"/>
        </pc:sldMkLst>
        <pc:spChg chg="mod">
          <ac:chgData name="Srinivas" userId="0dfdf577-abd2-4267-93fe-1b178774e272" providerId="ADAL" clId="{26E41FBD-A856-477A-B280-770F18103933}" dt="2026-10-28T06:02:43.027" v="429" actId="1076"/>
          <ac:spMkLst>
            <pc:docMk/>
            <pc:sldMk cId="0" sldId="257"/>
            <ac:spMk id="4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6:00:27.822" v="402" actId="14100"/>
          <ac:spMkLst>
            <pc:docMk/>
            <pc:sldMk cId="0" sldId="257"/>
            <ac:spMk id="10" creationId="{00000000-0000-0000-0000-000000000000}"/>
          </ac:spMkLst>
        </pc:spChg>
        <pc:spChg chg="mod ord">
          <ac:chgData name="Srinivas" userId="0dfdf577-abd2-4267-93fe-1b178774e272" providerId="ADAL" clId="{26E41FBD-A856-477A-B280-770F18103933}" dt="2026-10-28T05:54:21.414" v="300" actId="1076"/>
          <ac:spMkLst>
            <pc:docMk/>
            <pc:sldMk cId="0" sldId="257"/>
            <ac:spMk id="11" creationId="{00000000-0000-0000-0000-000000000000}"/>
          </ac:spMkLst>
        </pc:spChg>
        <pc:spChg chg="mod ord">
          <ac:chgData name="Srinivas" userId="0dfdf577-abd2-4267-93fe-1b178774e272" providerId="ADAL" clId="{26E41FBD-A856-477A-B280-770F18103933}" dt="2026-10-28T05:54:21.414" v="300" actId="1076"/>
          <ac:spMkLst>
            <pc:docMk/>
            <pc:sldMk cId="0" sldId="257"/>
            <ac:spMk id="12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6:00:21.195" v="401" actId="1076"/>
          <ac:spMkLst>
            <pc:docMk/>
            <pc:sldMk cId="0" sldId="257"/>
            <ac:spMk id="13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6:00:33.442" v="403" actId="14100"/>
          <ac:spMkLst>
            <pc:docMk/>
            <pc:sldMk cId="0" sldId="257"/>
            <ac:spMk id="14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6:00:33.442" v="403" actId="14100"/>
          <ac:spMkLst>
            <pc:docMk/>
            <pc:sldMk cId="0" sldId="257"/>
            <ac:spMk id="15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5:57:17.163" v="363" actId="164"/>
          <ac:spMkLst>
            <pc:docMk/>
            <pc:sldMk cId="0" sldId="257"/>
            <ac:spMk id="28" creationId="{00000000-0000-0000-0000-000000000000}"/>
          </ac:spMkLst>
        </pc:spChg>
        <pc:spChg chg="mod ord topLvl">
          <ac:chgData name="Srinivas" userId="0dfdf577-abd2-4267-93fe-1b178774e272" providerId="ADAL" clId="{26E41FBD-A856-477A-B280-770F18103933}" dt="2026-10-28T06:04:12.256" v="441" actId="1076"/>
          <ac:spMkLst>
            <pc:docMk/>
            <pc:sldMk cId="0" sldId="257"/>
            <ac:spMk id="29" creationId="{00000000-0000-0000-0000-000000000000}"/>
          </ac:spMkLst>
        </pc:spChg>
        <pc:spChg chg="mod ord topLvl">
          <ac:chgData name="Srinivas" userId="0dfdf577-abd2-4267-93fe-1b178774e272" providerId="ADAL" clId="{26E41FBD-A856-477A-B280-770F18103933}" dt="2026-10-28T06:04:17.422" v="442" actId="14100"/>
          <ac:spMkLst>
            <pc:docMk/>
            <pc:sldMk cId="0" sldId="257"/>
            <ac:spMk id="30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5:57:17.163" v="363" actId="164"/>
          <ac:spMkLst>
            <pc:docMk/>
            <pc:sldMk cId="0" sldId="257"/>
            <ac:spMk id="31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5:58:14.402" v="375" actId="164"/>
          <ac:spMkLst>
            <pc:docMk/>
            <pc:sldMk cId="0" sldId="257"/>
            <ac:spMk id="32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5:58:14.402" v="375" actId="164"/>
          <ac:spMkLst>
            <pc:docMk/>
            <pc:sldMk cId="0" sldId="257"/>
            <ac:spMk id="33" creationId="{00000000-0000-0000-0000-000000000000}"/>
          </ac:spMkLst>
        </pc:spChg>
        <pc:spChg chg="del mod">
          <ac:chgData name="Srinivas" userId="0dfdf577-abd2-4267-93fe-1b178774e272" providerId="ADAL" clId="{26E41FBD-A856-477A-B280-770F18103933}" dt="2026-10-28T06:00:58.419" v="408" actId="478"/>
          <ac:spMkLst>
            <pc:docMk/>
            <pc:sldMk cId="0" sldId="257"/>
            <ac:spMk id="36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5:57:57.649" v="372" actId="14100"/>
          <ac:spMkLst>
            <pc:docMk/>
            <pc:sldMk cId="0" sldId="257"/>
            <ac:spMk id="37" creationId="{00000000-0000-0000-0000-000000000000}"/>
          </ac:spMkLst>
        </pc:spChg>
        <pc:spChg chg="mod topLvl">
          <ac:chgData name="Srinivas" userId="0dfdf577-abd2-4267-93fe-1b178774e272" providerId="ADAL" clId="{26E41FBD-A856-477A-B280-770F18103933}" dt="2026-10-28T05:58:44.904" v="381" actId="164"/>
          <ac:spMkLst>
            <pc:docMk/>
            <pc:sldMk cId="0" sldId="257"/>
            <ac:spMk id="38" creationId="{00000000-0000-0000-0000-000000000000}"/>
          </ac:spMkLst>
        </pc:spChg>
        <pc:spChg chg="mod topLvl">
          <ac:chgData name="Srinivas" userId="0dfdf577-abd2-4267-93fe-1b178774e272" providerId="ADAL" clId="{26E41FBD-A856-477A-B280-770F18103933}" dt="2026-10-28T05:58:44.904" v="381" actId="164"/>
          <ac:spMkLst>
            <pc:docMk/>
            <pc:sldMk cId="0" sldId="257"/>
            <ac:spMk id="39" creationId="{00000000-0000-0000-0000-000000000000}"/>
          </ac:spMkLst>
        </pc:spChg>
        <pc:spChg chg="mod topLvl">
          <ac:chgData name="Srinivas" userId="0dfdf577-abd2-4267-93fe-1b178774e272" providerId="ADAL" clId="{26E41FBD-A856-477A-B280-770F18103933}" dt="2026-10-28T05:58:44.904" v="381" actId="164"/>
          <ac:spMkLst>
            <pc:docMk/>
            <pc:sldMk cId="0" sldId="257"/>
            <ac:spMk id="40" creationId="{00000000-0000-0000-0000-000000000000}"/>
          </ac:spMkLst>
        </pc:spChg>
        <pc:spChg chg="mod topLvl">
          <ac:chgData name="Srinivas" userId="0dfdf577-abd2-4267-93fe-1b178774e272" providerId="ADAL" clId="{26E41FBD-A856-477A-B280-770F18103933}" dt="2026-10-28T05:58:44.904" v="381" actId="164"/>
          <ac:spMkLst>
            <pc:docMk/>
            <pc:sldMk cId="0" sldId="257"/>
            <ac:spMk id="41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5:56:39.099" v="354" actId="164"/>
          <ac:spMkLst>
            <pc:docMk/>
            <pc:sldMk cId="0" sldId="257"/>
            <ac:spMk id="42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5:56:39.099" v="354" actId="164"/>
          <ac:spMkLst>
            <pc:docMk/>
            <pc:sldMk cId="0" sldId="257"/>
            <ac:spMk id="43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5:56:52.402" v="356" actId="164"/>
          <ac:spMkLst>
            <pc:docMk/>
            <pc:sldMk cId="0" sldId="257"/>
            <ac:spMk id="44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5:56:52.402" v="356" actId="164"/>
          <ac:spMkLst>
            <pc:docMk/>
            <pc:sldMk cId="0" sldId="257"/>
            <ac:spMk id="45" creationId="{00000000-0000-0000-0000-000000000000}"/>
          </ac:spMkLst>
        </pc:spChg>
        <pc:spChg chg="mod topLvl">
          <ac:chgData name="Srinivas" userId="0dfdf577-abd2-4267-93fe-1b178774e272" providerId="ADAL" clId="{26E41FBD-A856-477A-B280-770F18103933}" dt="2026-10-28T05:58:44.904" v="381" actId="164"/>
          <ac:spMkLst>
            <pc:docMk/>
            <pc:sldMk cId="0" sldId="257"/>
            <ac:spMk id="46" creationId="{00000000-0000-0000-0000-000000000000}"/>
          </ac:spMkLst>
        </pc:spChg>
        <pc:spChg chg="mod topLvl">
          <ac:chgData name="Srinivas" userId="0dfdf577-abd2-4267-93fe-1b178774e272" providerId="ADAL" clId="{26E41FBD-A856-477A-B280-770F18103933}" dt="2026-10-28T05:58:44.904" v="381" actId="164"/>
          <ac:spMkLst>
            <pc:docMk/>
            <pc:sldMk cId="0" sldId="257"/>
            <ac:spMk id="47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5:58:20.127" v="377" actId="14100"/>
          <ac:spMkLst>
            <pc:docMk/>
            <pc:sldMk cId="0" sldId="257"/>
            <ac:spMk id="48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5:58:17.509" v="376" actId="14100"/>
          <ac:spMkLst>
            <pc:docMk/>
            <pc:sldMk cId="0" sldId="257"/>
            <ac:spMk id="49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6:00:43.477" v="404" actId="1076"/>
          <ac:spMkLst>
            <pc:docMk/>
            <pc:sldMk cId="0" sldId="257"/>
            <ac:spMk id="50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5:58:55.932" v="384" actId="1076"/>
          <ac:spMkLst>
            <pc:docMk/>
            <pc:sldMk cId="0" sldId="257"/>
            <ac:spMk id="51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6:02:51.135" v="433" actId="1076"/>
          <ac:spMkLst>
            <pc:docMk/>
            <pc:sldMk cId="0" sldId="257"/>
            <ac:spMk id="52" creationId="{00000000-0000-0000-0000-000000000000}"/>
          </ac:spMkLst>
        </pc:spChg>
        <pc:spChg chg="add mod">
          <ac:chgData name="Srinivas" userId="0dfdf577-abd2-4267-93fe-1b178774e272" providerId="ADAL" clId="{26E41FBD-A856-477A-B280-770F18103933}" dt="2026-10-28T05:53:39.068" v="288" actId="571"/>
          <ac:spMkLst>
            <pc:docMk/>
            <pc:sldMk cId="0" sldId="257"/>
            <ac:spMk id="54" creationId="{DAAFDE11-73D1-4832-ECB2-6FDCD0DC2E67}"/>
          </ac:spMkLst>
        </pc:spChg>
        <pc:spChg chg="add mod">
          <ac:chgData name="Srinivas" userId="0dfdf577-abd2-4267-93fe-1b178774e272" providerId="ADAL" clId="{26E41FBD-A856-477A-B280-770F18103933}" dt="2026-10-28T05:54:41.399" v="303" actId="1076"/>
          <ac:spMkLst>
            <pc:docMk/>
            <pc:sldMk cId="0" sldId="257"/>
            <ac:spMk id="56" creationId="{A2659E37-5DD5-15CC-1821-E0D131BF46D8}"/>
          </ac:spMkLst>
        </pc:spChg>
        <pc:spChg chg="add mod">
          <ac:chgData name="Srinivas" userId="0dfdf577-abd2-4267-93fe-1b178774e272" providerId="ADAL" clId="{26E41FBD-A856-477A-B280-770F18103933}" dt="2026-10-28T05:54:52.939" v="334" actId="20577"/>
          <ac:spMkLst>
            <pc:docMk/>
            <pc:sldMk cId="0" sldId="257"/>
            <ac:spMk id="58" creationId="{CBCE4783-97BD-DD83-BADD-DADCD2CA2318}"/>
          </ac:spMkLst>
        </pc:spChg>
        <pc:spChg chg="add mod">
          <ac:chgData name="Srinivas" userId="0dfdf577-abd2-4267-93fe-1b178774e272" providerId="ADAL" clId="{26E41FBD-A856-477A-B280-770F18103933}" dt="2026-10-28T05:55:00.163" v="336" actId="1076"/>
          <ac:spMkLst>
            <pc:docMk/>
            <pc:sldMk cId="0" sldId="257"/>
            <ac:spMk id="60" creationId="{AB33D0D4-B9DE-8C30-DCF9-3C24400CB797}"/>
          </ac:spMkLst>
        </pc:spChg>
        <pc:spChg chg="add del">
          <ac:chgData name="Srinivas" userId="0dfdf577-abd2-4267-93fe-1b178774e272" providerId="ADAL" clId="{26E41FBD-A856-477A-B280-770F18103933}" dt="2026-10-28T06:04:26.975" v="444" actId="22"/>
          <ac:spMkLst>
            <pc:docMk/>
            <pc:sldMk cId="0" sldId="257"/>
            <ac:spMk id="74" creationId="{CB143D85-47F7-FA2E-FD57-FF742ECE3A7E}"/>
          </ac:spMkLst>
        </pc:spChg>
        <pc:spChg chg="add del">
          <ac:chgData name="Srinivas" userId="0dfdf577-abd2-4267-93fe-1b178774e272" providerId="ADAL" clId="{26E41FBD-A856-477A-B280-770F18103933}" dt="2026-10-28T06:04:35.672" v="446" actId="22"/>
          <ac:spMkLst>
            <pc:docMk/>
            <pc:sldMk cId="0" sldId="257"/>
            <ac:spMk id="76" creationId="{21B71EB3-35FB-E135-BBA8-57C3AB75EABF}"/>
          </ac:spMkLst>
        </pc:spChg>
        <pc:spChg chg="add del">
          <ac:chgData name="Srinivas" userId="0dfdf577-abd2-4267-93fe-1b178774e272" providerId="ADAL" clId="{26E41FBD-A856-477A-B280-770F18103933}" dt="2026-10-28T06:04:35.672" v="446" actId="22"/>
          <ac:spMkLst>
            <pc:docMk/>
            <pc:sldMk cId="0" sldId="257"/>
            <ac:spMk id="78" creationId="{4CC40F2E-06F7-04E5-5AFA-3C85EF073BE1}"/>
          </ac:spMkLst>
        </pc:spChg>
        <pc:spChg chg="add del">
          <ac:chgData name="Srinivas" userId="0dfdf577-abd2-4267-93fe-1b178774e272" providerId="ADAL" clId="{26E41FBD-A856-477A-B280-770F18103933}" dt="2026-10-28T06:04:59.423" v="448" actId="11529"/>
          <ac:spMkLst>
            <pc:docMk/>
            <pc:sldMk cId="0" sldId="257"/>
            <ac:spMk id="79" creationId="{23224ED2-137D-E0E1-3951-5DA3D9B243B8}"/>
          </ac:spMkLst>
        </pc:spChg>
        <pc:spChg chg="add mod">
          <ac:chgData name="Srinivas" userId="0dfdf577-abd2-4267-93fe-1b178774e272" providerId="ADAL" clId="{26E41FBD-A856-477A-B280-770F18103933}" dt="2026-10-28T06:05:18.008" v="450" actId="1076"/>
          <ac:spMkLst>
            <pc:docMk/>
            <pc:sldMk cId="0" sldId="257"/>
            <ac:spMk id="81" creationId="{E7AFA4E7-0F04-2704-3227-0D669F66A96C}"/>
          </ac:spMkLst>
        </pc:spChg>
        <pc:spChg chg="add mod">
          <ac:chgData name="Srinivas" userId="0dfdf577-abd2-4267-93fe-1b178774e272" providerId="ADAL" clId="{26E41FBD-A856-477A-B280-770F18103933}" dt="2026-10-28T06:05:33.007" v="458" actId="20577"/>
          <ac:spMkLst>
            <pc:docMk/>
            <pc:sldMk cId="0" sldId="257"/>
            <ac:spMk id="83" creationId="{B2EDA233-39CE-8B45-02E9-DFD685770BBF}"/>
          </ac:spMkLst>
        </pc:spChg>
        <pc:spChg chg="add mod">
          <ac:chgData name="Srinivas" userId="0dfdf577-abd2-4267-93fe-1b178774e272" providerId="ADAL" clId="{26E41FBD-A856-477A-B280-770F18103933}" dt="2026-10-28T06:05:25.749" v="452" actId="1076"/>
          <ac:spMkLst>
            <pc:docMk/>
            <pc:sldMk cId="0" sldId="257"/>
            <ac:spMk id="85" creationId="{24112598-531A-BD3A-8B84-0F6861F08AD8}"/>
          </ac:spMkLst>
        </pc:spChg>
        <pc:spChg chg="add mod">
          <ac:chgData name="Srinivas" userId="0dfdf577-abd2-4267-93fe-1b178774e272" providerId="ADAL" clId="{26E41FBD-A856-477A-B280-770F18103933}" dt="2026-10-28T06:05:29.665" v="456" actId="20577"/>
          <ac:spMkLst>
            <pc:docMk/>
            <pc:sldMk cId="0" sldId="257"/>
            <ac:spMk id="87" creationId="{7635E641-2934-449C-EF7A-D19D1EC0C3B3}"/>
          </ac:spMkLst>
        </pc:spChg>
        <pc:grpChg chg="add del mod">
          <ac:chgData name="Srinivas" userId="0dfdf577-abd2-4267-93fe-1b178774e272" providerId="ADAL" clId="{26E41FBD-A856-477A-B280-770F18103933}" dt="2026-10-28T05:58:27.200" v="378" actId="165"/>
          <ac:grpSpMkLst>
            <pc:docMk/>
            <pc:sldMk cId="0" sldId="257"/>
            <ac:grpSpMk id="61" creationId="{E1DCB13A-F2B4-F8BE-1F3F-746A04B856A3}"/>
          </ac:grpSpMkLst>
        </pc:grpChg>
        <pc:grpChg chg="add mod">
          <ac:chgData name="Srinivas" userId="0dfdf577-abd2-4267-93fe-1b178774e272" providerId="ADAL" clId="{26E41FBD-A856-477A-B280-770F18103933}" dt="2026-10-28T05:58:48.589" v="382" actId="14100"/>
          <ac:grpSpMkLst>
            <pc:docMk/>
            <pc:sldMk cId="0" sldId="257"/>
            <ac:grpSpMk id="62" creationId="{406BCB6B-1528-9E83-2AA3-0A4FD9FF4527}"/>
          </ac:grpSpMkLst>
        </pc:grpChg>
        <pc:grpChg chg="add mod">
          <ac:chgData name="Srinivas" userId="0dfdf577-abd2-4267-93fe-1b178774e272" providerId="ADAL" clId="{26E41FBD-A856-477A-B280-770F18103933}" dt="2026-10-28T05:58:50.899" v="383" actId="14100"/>
          <ac:grpSpMkLst>
            <pc:docMk/>
            <pc:sldMk cId="0" sldId="257"/>
            <ac:grpSpMk id="63" creationId="{581FDCB4-F22A-4665-059E-F8F0704725FF}"/>
          </ac:grpSpMkLst>
        </pc:grpChg>
        <pc:grpChg chg="add mod">
          <ac:chgData name="Srinivas" userId="0dfdf577-abd2-4267-93fe-1b178774e272" providerId="ADAL" clId="{26E41FBD-A856-477A-B280-770F18103933}" dt="2026-10-28T06:00:48.502" v="405" actId="1076"/>
          <ac:grpSpMkLst>
            <pc:docMk/>
            <pc:sldMk cId="0" sldId="257"/>
            <ac:grpSpMk id="64" creationId="{2F891225-EF94-BECE-8A8A-127888FD61FD}"/>
          </ac:grpSpMkLst>
        </pc:grpChg>
        <pc:grpChg chg="add mod">
          <ac:chgData name="Srinivas" userId="0dfdf577-abd2-4267-93fe-1b178774e272" providerId="ADAL" clId="{26E41FBD-A856-477A-B280-770F18103933}" dt="2026-10-28T05:58:14.402" v="375" actId="164"/>
          <ac:grpSpMkLst>
            <pc:docMk/>
            <pc:sldMk cId="0" sldId="257"/>
            <ac:grpSpMk id="65" creationId="{769855CE-1796-BF4D-7132-AEBF6C86462D}"/>
          </ac:grpSpMkLst>
        </pc:grpChg>
        <pc:grpChg chg="add mod">
          <ac:chgData name="Srinivas" userId="0dfdf577-abd2-4267-93fe-1b178774e272" providerId="ADAL" clId="{26E41FBD-A856-477A-B280-770F18103933}" dt="2026-10-28T05:58:44.904" v="381" actId="164"/>
          <ac:grpSpMkLst>
            <pc:docMk/>
            <pc:sldMk cId="0" sldId="257"/>
            <ac:grpSpMk id="66" creationId="{29635175-D707-CD1F-C10F-1761A2587EEF}"/>
          </ac:grpSpMkLst>
        </pc:grpChg>
        <pc:grpChg chg="add del mod">
          <ac:chgData name="Srinivas" userId="0dfdf577-abd2-4267-93fe-1b178774e272" providerId="ADAL" clId="{26E41FBD-A856-477A-B280-770F18103933}" dt="2026-10-28T06:04:05.593" v="440" actId="165"/>
          <ac:grpSpMkLst>
            <pc:docMk/>
            <pc:sldMk cId="0" sldId="257"/>
            <ac:grpSpMk id="72" creationId="{4E0161D0-B17A-97E2-8EC6-67DB51FE803D}"/>
          </ac:grpSpMkLst>
        </pc:grpChg>
        <pc:cxnChg chg="add mod">
          <ac:chgData name="Srinivas" userId="0dfdf577-abd2-4267-93fe-1b178774e272" providerId="ADAL" clId="{26E41FBD-A856-477A-B280-770F18103933}" dt="2026-10-28T06:01:21.043" v="411" actId="1582"/>
          <ac:cxnSpMkLst>
            <pc:docMk/>
            <pc:sldMk cId="0" sldId="257"/>
            <ac:cxnSpMk id="68" creationId="{BBF58180-5FED-D086-9D4E-7945D87B9923}"/>
          </ac:cxnSpMkLst>
        </pc:cxnChg>
        <pc:cxnChg chg="add mod">
          <ac:chgData name="Srinivas" userId="0dfdf577-abd2-4267-93fe-1b178774e272" providerId="ADAL" clId="{26E41FBD-A856-477A-B280-770F18103933}" dt="2026-10-28T06:01:36.997" v="415" actId="14100"/>
          <ac:cxnSpMkLst>
            <pc:docMk/>
            <pc:sldMk cId="0" sldId="257"/>
            <ac:cxnSpMk id="69" creationId="{000878A4-46F0-6DEA-2F14-D20DE319FD92}"/>
          </ac:cxnSpMkLst>
        </pc:cxnChg>
      </pc:sldChg>
      <pc:sldChg chg="addSp delSp modSp mod">
        <pc:chgData name="Srinivas" userId="0dfdf577-abd2-4267-93fe-1b178774e272" providerId="ADAL" clId="{26E41FBD-A856-477A-B280-770F18103933}" dt="2026-10-28T06:17:31.059" v="546" actId="20577"/>
        <pc:sldMkLst>
          <pc:docMk/>
          <pc:sldMk cId="0" sldId="258"/>
        </pc:sldMkLst>
        <pc:spChg chg="add del">
          <ac:chgData name="Srinivas" userId="0dfdf577-abd2-4267-93fe-1b178774e272" providerId="ADAL" clId="{26E41FBD-A856-477A-B280-770F18103933}" dt="2026-10-28T06:11:08.070" v="462" actId="478"/>
          <ac:spMkLst>
            <pc:docMk/>
            <pc:sldMk cId="0" sldId="258"/>
            <ac:spMk id="10" creationId="{00000000-0000-0000-0000-000000000000}"/>
          </ac:spMkLst>
        </pc:spChg>
        <pc:spChg chg="add del mod">
          <ac:chgData name="Srinivas" userId="0dfdf577-abd2-4267-93fe-1b178774e272" providerId="ADAL" clId="{26E41FBD-A856-477A-B280-770F18103933}" dt="2026-10-28T06:11:42.868" v="515" actId="6549"/>
          <ac:spMkLst>
            <pc:docMk/>
            <pc:sldMk cId="0" sldId="258"/>
            <ac:spMk id="11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6T02:42:54.759" v="268" actId="20577"/>
          <ac:spMkLst>
            <pc:docMk/>
            <pc:sldMk cId="0" sldId="258"/>
            <ac:spMk id="18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5T13:27:15.735" v="149" actId="20577"/>
          <ac:spMkLst>
            <pc:docMk/>
            <pc:sldMk cId="0" sldId="258"/>
            <ac:spMk id="20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5T13:27:33.575" v="152" actId="1076"/>
          <ac:spMkLst>
            <pc:docMk/>
            <pc:sldMk cId="0" sldId="258"/>
            <ac:spMk id="21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8T06:17:31.059" v="546" actId="20577"/>
          <ac:spMkLst>
            <pc:docMk/>
            <pc:sldMk cId="0" sldId="258"/>
            <ac:spMk id="22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5T13:27:33.575" v="152" actId="1076"/>
          <ac:spMkLst>
            <pc:docMk/>
            <pc:sldMk cId="0" sldId="258"/>
            <ac:spMk id="23" creationId="{00000000-0000-0000-0000-000000000000}"/>
          </ac:spMkLst>
        </pc:spChg>
        <pc:spChg chg="mod">
          <ac:chgData name="Srinivas" userId="0dfdf577-abd2-4267-93fe-1b178774e272" providerId="ADAL" clId="{26E41FBD-A856-477A-B280-770F18103933}" dt="2026-10-25T13:27:33.575" v="152" actId="1076"/>
          <ac:spMkLst>
            <pc:docMk/>
            <pc:sldMk cId="0" sldId="258"/>
            <ac:spMk id="24" creationId="{00000000-0000-0000-0000-000000000000}"/>
          </ac:spMkLst>
        </pc:spChg>
      </pc:sldChg>
      <pc:sldChg chg="new del">
        <pc:chgData name="Srinivas" userId="0dfdf577-abd2-4267-93fe-1b178774e272" providerId="ADAL" clId="{26E41FBD-A856-477A-B280-770F18103933}" dt="2026-10-28T06:10:46.743" v="459" actId="47"/>
        <pc:sldMkLst>
          <pc:docMk/>
          <pc:sldMk cId="3772105075" sldId="25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26155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28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Experience Centre: Data Model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becomes an Intake in Salesforce; the order records in Ascent are created from it when the branch completes the work.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3840480" cy="3749040"/>
          </a:xfrm>
          <a:prstGeom prst="roundRect">
            <a:avLst>
              <a:gd name="adj" fmla="val 2927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120640" y="960120"/>
            <a:ext cx="3657600" cy="3749040"/>
          </a:xfrm>
          <a:prstGeom prst="roundRect">
            <a:avLst>
              <a:gd name="adj" fmla="val 3000"/>
            </a:avLst>
          </a:prstGeom>
          <a:solidFill>
            <a:srgbClr val="FBF0DB"/>
          </a:solidFill>
          <a:ln w="12700">
            <a:solidFill>
              <a:srgbClr val="FBF0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00584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 (CEC intake)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257800" y="100584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ASCENT RENTAL  (orders)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28016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/ Rental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536192"/>
            <a:ext cx="3566160" cy="566928"/>
          </a:xfrm>
          <a:prstGeom prst="roundRect">
            <a:avLst>
              <a:gd name="adj" fmla="val 12903"/>
            </a:avLst>
          </a:prstGeom>
          <a:solidFill>
            <a:srgbClr val="14283D"/>
          </a:solidFill>
          <a:ln w="12700">
            <a:solidFill>
              <a:srgbClr val="1428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563624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Header  (usme_Intake__c)</a:t>
            </a:r>
            <a:endParaRPr lang="en-US" sz="1100" dirty="0"/>
          </a:p>
          <a:p>
            <a:pPr marL="0" indent="0">
              <a:buNone/>
            </a:pPr>
            <a:r>
              <a:rPr lang="en-US" sz="850" dirty="0">
                <a:solidFill>
                  <a:srgbClr val="C9D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Caller, account, address, equipment type MME or BTS, PO, branch, CSR, status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340864"/>
            <a:ext cx="35661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36829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Lines  (usme_Intake_Item__c)</a:t>
            </a:r>
            <a:endParaRPr lang="en-US" sz="1100" dirty="0"/>
          </a:p>
          <a:p>
            <a:pPr marL="0" indent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Model, software, quantity, ordered / fulfilled / delivered, billing start, item status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286000" y="2103120"/>
            <a:ext cx="0" cy="237744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2377440" y="211226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: many, master-detail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069080" y="1819656"/>
            <a:ext cx="1188720" cy="0"/>
          </a:xfrm>
          <a:prstGeom prst="line">
            <a:avLst/>
          </a:prstGeom>
          <a:noFill/>
          <a:ln w="19050">
            <a:solidFill>
              <a:srgbClr val="D98E1F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4114800" y="135331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Confirmation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069080" y="2624328"/>
            <a:ext cx="1188720" cy="0"/>
          </a:xfrm>
          <a:prstGeom prst="line">
            <a:avLst/>
          </a:prstGeom>
          <a:noFill/>
          <a:ln w="19050">
            <a:solidFill>
              <a:srgbClr val="D98E1F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4114800" y="240487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257800" y="1536192"/>
            <a:ext cx="33832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1563624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Ascent Sales Order</a:t>
            </a:r>
            <a:endParaRPr lang="en-US" sz="1100" dirty="0"/>
          </a:p>
          <a:p>
            <a:pPr marL="0" indent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header, customer, branch, PO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257800" y="2340864"/>
            <a:ext cx="33832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49240" y="2368296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Ascent Sales Order Line</a:t>
            </a:r>
            <a:endParaRPr lang="en-US" sz="1100" dirty="0"/>
          </a:p>
          <a:p>
            <a:pPr marL="0" indent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per item and accessory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49440" y="2103120"/>
            <a:ext cx="0" cy="237744"/>
          </a:xfrm>
          <a:prstGeom prst="line">
            <a:avLst/>
          </a:prstGeom>
          <a:noFill/>
          <a:ln w="19050">
            <a:solidFill>
              <a:srgbClr val="D98E1F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02920" y="297180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 &amp; Services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3227832"/>
            <a:ext cx="3566160" cy="566928"/>
          </a:xfrm>
          <a:prstGeom prst="roundRect">
            <a:avLst>
              <a:gd name="adj" fmla="val 12903"/>
            </a:avLst>
          </a:prstGeom>
          <a:solidFill>
            <a:srgbClr val="14283D"/>
          </a:solidFill>
          <a:ln w="12700">
            <a:solidFill>
              <a:srgbClr val="1428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3255264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Header  (usme_Intake__c)</a:t>
            </a:r>
            <a:endParaRPr lang="en-US" sz="1100" dirty="0"/>
          </a:p>
          <a:p>
            <a:pPr marL="0" indent="0">
              <a:buNone/>
            </a:pPr>
            <a:r>
              <a:rPr lang="en-US" sz="850" dirty="0">
                <a:solidFill>
                  <a:srgbClr val="C9D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Caller, account, address, equipment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4032504"/>
            <a:ext cx="35661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405993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Lines  (usme_Intake_Item__c)</a:t>
            </a:r>
            <a:endParaRPr lang="en-US" sz="1100" dirty="0"/>
          </a:p>
          <a:p>
            <a:pPr marL="0" indent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equipment in rental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286000" y="3794760"/>
            <a:ext cx="0" cy="237744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2377440" y="380390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: many, master-detail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069080" y="3511296"/>
            <a:ext cx="1188720" cy="0"/>
          </a:xfrm>
          <a:prstGeom prst="line">
            <a:avLst/>
          </a:prstGeom>
          <a:noFill/>
          <a:ln w="19050">
            <a:solidFill>
              <a:srgbClr val="D98E1F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4114800" y="304495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Confirmation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069080" y="4315968"/>
            <a:ext cx="1188720" cy="0"/>
          </a:xfrm>
          <a:prstGeom prst="line">
            <a:avLst/>
          </a:prstGeom>
          <a:noFill/>
          <a:ln w="19050">
            <a:solidFill>
              <a:srgbClr val="D98E1F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114800" y="409651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257800" y="3227832"/>
            <a:ext cx="33832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349240" y="3255264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Ascent Work Order</a:t>
            </a:r>
            <a:endParaRPr lang="en-US" sz="1100" dirty="0"/>
          </a:p>
          <a:p>
            <a:pPr marL="0" indent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header, branch, schedule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257800" y="4032504"/>
            <a:ext cx="33832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49240" y="4059936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Ascent Work Order Line</a:t>
            </a:r>
            <a:endParaRPr lang="en-US" sz="1100" dirty="0"/>
          </a:p>
          <a:p>
            <a:pPr marL="0" indent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per item collected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949440" y="3794760"/>
            <a:ext cx="0" cy="237744"/>
          </a:xfrm>
          <a:prstGeom prst="line">
            <a:avLst/>
          </a:prstGeom>
          <a:noFill/>
          <a:ln w="19050">
            <a:solidFill>
              <a:srgbClr val="D98E1F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6576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USME  |  Customer Experience Centre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832104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28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 Log Intake: Process Flow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customer phone call to the Ascent order, with the controls that apply at each step.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033272"/>
            <a:ext cx="8412480" cy="813816"/>
          </a:xfrm>
          <a:prstGeom prst="roundRect">
            <a:avLst>
              <a:gd name="adj" fmla="val 5618"/>
            </a:avLst>
          </a:prstGeom>
          <a:solidFill>
            <a:srgbClr val="F4F7FA"/>
          </a:solidFill>
          <a:ln w="12700">
            <a:solidFill>
              <a:srgbClr val="C5D2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33272"/>
            <a:ext cx="868680" cy="813816"/>
          </a:xfrm>
          <a:prstGeom prst="roundRect">
            <a:avLst>
              <a:gd name="adj" fmla="val 5618"/>
            </a:avLst>
          </a:prstGeom>
          <a:solidFill>
            <a:srgbClr val="14283D"/>
          </a:solidFill>
          <a:ln w="12700">
            <a:solidFill>
              <a:srgbClr val="1428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33272"/>
            <a:ext cx="868680" cy="813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901952"/>
            <a:ext cx="8412480" cy="813816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C5D2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901952"/>
            <a:ext cx="868680" cy="813816"/>
          </a:xfrm>
          <a:prstGeom prst="roundRect">
            <a:avLst>
              <a:gd name="adj" fmla="val 5618"/>
            </a:avLst>
          </a:prstGeom>
          <a:solidFill>
            <a:srgbClr val="14283D"/>
          </a:solidFill>
          <a:ln w="12700">
            <a:solidFill>
              <a:srgbClr val="1428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" y="1901952"/>
            <a:ext cx="868680" cy="813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 agent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1679" y="2749170"/>
            <a:ext cx="8412480" cy="894713"/>
          </a:xfrm>
          <a:prstGeom prst="roundRect">
            <a:avLst>
              <a:gd name="adj" fmla="val 5618"/>
            </a:avLst>
          </a:prstGeom>
          <a:solidFill>
            <a:srgbClr val="F4F7FA"/>
          </a:solidFill>
          <a:ln w="12700">
            <a:solidFill>
              <a:srgbClr val="C5D2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9841" y="3643884"/>
            <a:ext cx="8412480" cy="813816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C5D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9841" y="2745450"/>
            <a:ext cx="868680" cy="894711"/>
          </a:xfrm>
          <a:prstGeom prst="roundRect">
            <a:avLst>
              <a:gd name="adj" fmla="val 5618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4340" y="2864415"/>
            <a:ext cx="868680" cy="700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Ascent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17320" y="114300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44168" y="1069848"/>
            <a:ext cx="219456" cy="21945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44168" y="106984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114300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phones the CEC to request equipment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417320" y="201168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44168" y="1938528"/>
            <a:ext cx="219456" cy="21945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344168" y="193852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201168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to Salesforce, find the account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834640" y="201168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61488" y="1938528"/>
            <a:ext cx="219456" cy="21945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761488" y="193852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2880360" y="201168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Intake with caller, items and dates</a:t>
            </a:r>
            <a:endParaRPr lang="en-US" sz="900" dirty="0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F891225-EF94-BECE-8A8A-127888FD61FD}"/>
              </a:ext>
            </a:extLst>
          </p:cNvPr>
          <p:cNvGrpSpPr/>
          <p:nvPr/>
        </p:nvGrpSpPr>
        <p:grpSpPr>
          <a:xfrm>
            <a:off x="5409523" y="3827581"/>
            <a:ext cx="1188720" cy="644815"/>
            <a:chOff x="1645920" y="3735161"/>
            <a:chExt cx="1188720" cy="644815"/>
          </a:xfrm>
        </p:grpSpPr>
        <p:sp>
          <p:nvSpPr>
            <p:cNvPr id="28" name="Shape 26"/>
            <p:cNvSpPr/>
            <p:nvPr/>
          </p:nvSpPr>
          <p:spPr>
            <a:xfrm>
              <a:off x="1645920" y="3735161"/>
              <a:ext cx="1188720" cy="59436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12700">
              <a:solidFill>
                <a:srgbClr val="0E7C86"/>
              </a:solidFill>
              <a:prstDash val="solid"/>
            </a:ln>
          </p:spPr>
        </p:sp>
        <p:sp>
          <p:nvSpPr>
            <p:cNvPr id="31" name="Text 29"/>
            <p:cNvSpPr txBox="1"/>
            <p:nvPr/>
          </p:nvSpPr>
          <p:spPr>
            <a:xfrm>
              <a:off x="1737360" y="3785616"/>
              <a:ext cx="109728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1F2A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Branch set from service area, CSR assigned</a:t>
              </a:r>
              <a:endParaRPr lang="en-US" sz="900" dirty="0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69855CE-1796-BF4D-7132-AEBF6C86462D}"/>
              </a:ext>
            </a:extLst>
          </p:cNvPr>
          <p:cNvGrpSpPr/>
          <p:nvPr/>
        </p:nvGrpSpPr>
        <p:grpSpPr>
          <a:xfrm>
            <a:off x="5673362" y="1926773"/>
            <a:ext cx="1152797" cy="731520"/>
            <a:chOff x="5673362" y="1926773"/>
            <a:chExt cx="1152797" cy="731520"/>
          </a:xfrm>
        </p:grpSpPr>
        <p:sp>
          <p:nvSpPr>
            <p:cNvPr id="32" name="Shape 30"/>
            <p:cNvSpPr/>
            <p:nvPr/>
          </p:nvSpPr>
          <p:spPr>
            <a:xfrm>
              <a:off x="5673362" y="1926773"/>
              <a:ext cx="1152797" cy="731520"/>
            </a:xfrm>
            <a:prstGeom prst="diamond">
              <a:avLst/>
            </a:prstGeom>
            <a:solidFill>
              <a:srgbClr val="FBF0DB"/>
            </a:solidFill>
            <a:ln w="15240">
              <a:solidFill>
                <a:srgbClr val="D98E1F"/>
              </a:solidFill>
              <a:prstDash val="solid"/>
            </a:ln>
          </p:spPr>
        </p:sp>
        <p:sp>
          <p:nvSpPr>
            <p:cNvPr id="33" name="Text 31"/>
            <p:cNvSpPr txBox="1"/>
            <p:nvPr/>
          </p:nvSpPr>
          <p:spPr>
            <a:xfrm>
              <a:off x="5826524" y="1926773"/>
              <a:ext cx="882393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1428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Delivery or Pickup?</a:t>
              </a:r>
              <a:endParaRPr lang="en-US" sz="850" dirty="0"/>
            </a:p>
          </p:txBody>
        </p:sp>
      </p:grpSp>
      <p:sp>
        <p:nvSpPr>
          <p:cNvPr id="34" name="Shape 32"/>
          <p:cNvSpPr/>
          <p:nvPr/>
        </p:nvSpPr>
        <p:spPr>
          <a:xfrm>
            <a:off x="2011680" y="1737360"/>
            <a:ext cx="0" cy="27432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606040" y="2308860"/>
            <a:ext cx="228600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489993" y="2291606"/>
            <a:ext cx="183369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06BCB6B-1528-9E83-2AA3-0A4FD9FF4527}"/>
              </a:ext>
            </a:extLst>
          </p:cNvPr>
          <p:cNvGrpSpPr/>
          <p:nvPr/>
        </p:nvGrpSpPr>
        <p:grpSpPr>
          <a:xfrm>
            <a:off x="3754202" y="3051483"/>
            <a:ext cx="1737360" cy="556642"/>
            <a:chOff x="4593227" y="3209381"/>
            <a:chExt cx="1737360" cy="626691"/>
          </a:xfrm>
        </p:grpSpPr>
        <p:sp>
          <p:nvSpPr>
            <p:cNvPr id="42" name="Shape 40"/>
            <p:cNvSpPr/>
            <p:nvPr/>
          </p:nvSpPr>
          <p:spPr>
            <a:xfrm>
              <a:off x="4593227" y="3241712"/>
              <a:ext cx="1737360" cy="594360"/>
            </a:xfrm>
            <a:prstGeom prst="roundRect">
              <a:avLst>
                <a:gd name="adj" fmla="val 12308"/>
              </a:avLst>
            </a:prstGeom>
            <a:solidFill>
              <a:srgbClr val="FBF0DB"/>
            </a:solidFill>
            <a:ln w="12700">
              <a:solidFill>
                <a:srgbClr val="D98E1F"/>
              </a:solidFill>
              <a:prstDash val="solid"/>
            </a:ln>
          </p:spPr>
        </p:sp>
        <p:sp>
          <p:nvSpPr>
            <p:cNvPr id="43" name="Text 41"/>
            <p:cNvSpPr txBox="1"/>
            <p:nvPr/>
          </p:nvSpPr>
          <p:spPr>
            <a:xfrm>
              <a:off x="4659357" y="3209381"/>
              <a:ext cx="164592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1F2A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Delivery: Sales Order and Lines created once delivery is completed</a:t>
              </a:r>
              <a:endParaRPr lang="en-US" sz="900" dirty="0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81FDCB4-F22A-4665-059E-F8F0704725FF}"/>
              </a:ext>
            </a:extLst>
          </p:cNvPr>
          <p:cNvGrpSpPr/>
          <p:nvPr/>
        </p:nvGrpSpPr>
        <p:grpSpPr>
          <a:xfrm>
            <a:off x="6272857" y="3063240"/>
            <a:ext cx="1737360" cy="523168"/>
            <a:chOff x="5120640" y="3749040"/>
            <a:chExt cx="1737360" cy="594360"/>
          </a:xfrm>
        </p:grpSpPr>
        <p:sp>
          <p:nvSpPr>
            <p:cNvPr id="44" name="Shape 42"/>
            <p:cNvSpPr/>
            <p:nvPr/>
          </p:nvSpPr>
          <p:spPr>
            <a:xfrm>
              <a:off x="5120640" y="3749040"/>
              <a:ext cx="1737360" cy="594360"/>
            </a:xfrm>
            <a:prstGeom prst="roundRect">
              <a:avLst>
                <a:gd name="adj" fmla="val 12308"/>
              </a:avLst>
            </a:prstGeom>
            <a:solidFill>
              <a:srgbClr val="FBF0DB"/>
            </a:solidFill>
            <a:ln w="12700">
              <a:solidFill>
                <a:srgbClr val="D98E1F"/>
              </a:solidFill>
              <a:prstDash val="solid"/>
            </a:ln>
          </p:spPr>
        </p:sp>
        <p:sp>
          <p:nvSpPr>
            <p:cNvPr id="45" name="Text 43"/>
            <p:cNvSpPr txBox="1"/>
            <p:nvPr/>
          </p:nvSpPr>
          <p:spPr>
            <a:xfrm>
              <a:off x="5166360" y="3749040"/>
              <a:ext cx="164592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1F2A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Pickup: Work Order and Lines created, active at once</a:t>
              </a:r>
              <a:endParaRPr lang="en-US" sz="900" dirty="0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29635175-D707-CD1F-C10F-1761A2587EEF}"/>
              </a:ext>
            </a:extLst>
          </p:cNvPr>
          <p:cNvGrpSpPr/>
          <p:nvPr/>
        </p:nvGrpSpPr>
        <p:grpSpPr>
          <a:xfrm>
            <a:off x="4604657" y="2661231"/>
            <a:ext cx="3309475" cy="424542"/>
            <a:chOff x="4604657" y="2661231"/>
            <a:chExt cx="3309475" cy="424542"/>
          </a:xfrm>
        </p:grpSpPr>
        <p:sp>
          <p:nvSpPr>
            <p:cNvPr id="38" name="Shape 36"/>
            <p:cNvSpPr/>
            <p:nvPr/>
          </p:nvSpPr>
          <p:spPr>
            <a:xfrm>
              <a:off x="6240490" y="2661231"/>
              <a:ext cx="0" cy="250806"/>
            </a:xfrm>
            <a:prstGeom prst="line">
              <a:avLst/>
            </a:prstGeom>
            <a:noFill/>
            <a:ln w="19050">
              <a:solidFill>
                <a:srgbClr val="D98E1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604657" y="2921181"/>
              <a:ext cx="2536880" cy="0"/>
            </a:xfrm>
            <a:prstGeom prst="line">
              <a:avLst/>
            </a:prstGeom>
            <a:noFill/>
            <a:ln w="19050">
              <a:solidFill>
                <a:srgbClr val="D98E1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604657" y="2912037"/>
              <a:ext cx="0" cy="164592"/>
            </a:xfrm>
            <a:prstGeom prst="line">
              <a:avLst/>
            </a:prstGeom>
            <a:noFill/>
            <a:ln w="19050">
              <a:solidFill>
                <a:srgbClr val="D98E1F"/>
              </a:solidFill>
              <a:prstDash val="solid"/>
              <a:tailEnd type="triangle"/>
            </a:ln>
          </p:spPr>
        </p:sp>
        <p:sp>
          <p:nvSpPr>
            <p:cNvPr id="41" name="Shape 39"/>
            <p:cNvSpPr/>
            <p:nvPr/>
          </p:nvSpPr>
          <p:spPr>
            <a:xfrm>
              <a:off x="7141537" y="2912037"/>
              <a:ext cx="0" cy="164592"/>
            </a:xfrm>
            <a:prstGeom prst="line">
              <a:avLst/>
            </a:prstGeom>
            <a:noFill/>
            <a:ln w="19050">
              <a:solidFill>
                <a:srgbClr val="D98E1F"/>
              </a:solidFill>
              <a:prstDash val="solid"/>
              <a:tailEnd type="triangle"/>
            </a:ln>
          </p:spPr>
        </p:sp>
        <p:sp>
          <p:nvSpPr>
            <p:cNvPr id="46" name="Text 44"/>
            <p:cNvSpPr txBox="1"/>
            <p:nvPr/>
          </p:nvSpPr>
          <p:spPr>
            <a:xfrm>
              <a:off x="4685376" y="2921181"/>
              <a:ext cx="691876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D98E1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Delivery</a:t>
              </a:r>
              <a:endParaRPr lang="en-US" sz="800" dirty="0"/>
            </a:p>
          </p:txBody>
        </p:sp>
        <p:sp>
          <p:nvSpPr>
            <p:cNvPr id="47" name="Text 45"/>
            <p:cNvSpPr txBox="1"/>
            <p:nvPr/>
          </p:nvSpPr>
          <p:spPr>
            <a:xfrm>
              <a:off x="7222256" y="2921181"/>
              <a:ext cx="691876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D98E1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Pickup</a:t>
              </a:r>
              <a:endParaRPr lang="en-US" sz="800" dirty="0"/>
            </a:p>
          </p:txBody>
        </p:sp>
      </p:grpSp>
      <p:sp>
        <p:nvSpPr>
          <p:cNvPr id="48" name="Text 46"/>
          <p:cNvSpPr txBox="1"/>
          <p:nvPr/>
        </p:nvSpPr>
        <p:spPr>
          <a:xfrm>
            <a:off x="7090682" y="1097280"/>
            <a:ext cx="15961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can be a hospital contact or a partner; the call is logged against the account.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7090682" y="1965960"/>
            <a:ext cx="15961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must be Active, otherwise only a referral is sent. Duplicate call-offs are blocked. BTS asks for patient details.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1383164" y="3718434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Fulfilling branch comes from the service area. Caller and branch are notified. Status moves Pending to Active.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1378131" y="29946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and work orders stay linked back to the Intake for status, billing start and reporting.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36576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USME  |  Customer Experience Centre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832104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61679" y="3657600"/>
            <a:ext cx="868680" cy="813816"/>
          </a:xfrm>
          <a:prstGeom prst="roundRect">
            <a:avLst>
              <a:gd name="adj" fmla="val 5618"/>
            </a:avLst>
          </a:prstGeom>
          <a:solidFill>
            <a:srgbClr val="14283D"/>
          </a:solidFill>
          <a:ln w="12700">
            <a:solidFill>
              <a:srgbClr val="1428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7998" y="3759654"/>
            <a:ext cx="868680" cy="6492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CSR</a:t>
            </a:r>
            <a:endParaRPr lang="en-US" sz="1000" dirty="0"/>
          </a:p>
        </p:txBody>
      </p:sp>
      <p:sp>
        <p:nvSpPr>
          <p:cNvPr id="56" name="Shape 22">
            <a:extLst>
              <a:ext uri="{FF2B5EF4-FFF2-40B4-BE49-F238E27FC236}">
                <a16:creationId xmlns:a16="http://schemas.microsoft.com/office/drawing/2014/main" id="{A2659E37-5DD5-15CC-1821-E0D131BF46D8}"/>
              </a:ext>
            </a:extLst>
          </p:cNvPr>
          <p:cNvSpPr/>
          <p:nvPr/>
        </p:nvSpPr>
        <p:spPr>
          <a:xfrm>
            <a:off x="4301273" y="1994426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8" name="Text 25">
            <a:extLst>
              <a:ext uri="{FF2B5EF4-FFF2-40B4-BE49-F238E27FC236}">
                <a16:creationId xmlns:a16="http://schemas.microsoft.com/office/drawing/2014/main" id="{CBCE4783-97BD-DD83-BADD-DADCD2CA2318}"/>
              </a:ext>
            </a:extLst>
          </p:cNvPr>
          <p:cNvSpPr txBox="1"/>
          <p:nvPr/>
        </p:nvSpPr>
        <p:spPr>
          <a:xfrm>
            <a:off x="4346993" y="1994426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Intake to Order</a:t>
            </a:r>
            <a:endParaRPr lang="en-US" sz="900" dirty="0"/>
          </a:p>
        </p:txBody>
      </p:sp>
      <p:sp>
        <p:nvSpPr>
          <p:cNvPr id="60" name="Shape 33">
            <a:extLst>
              <a:ext uri="{FF2B5EF4-FFF2-40B4-BE49-F238E27FC236}">
                <a16:creationId xmlns:a16="http://schemas.microsoft.com/office/drawing/2014/main" id="{AB33D0D4-B9DE-8C30-DCF9-3C24400CB797}"/>
              </a:ext>
            </a:extLst>
          </p:cNvPr>
          <p:cNvSpPr/>
          <p:nvPr/>
        </p:nvSpPr>
        <p:spPr>
          <a:xfrm>
            <a:off x="4041648" y="2308860"/>
            <a:ext cx="228600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184550" y="1952590"/>
            <a:ext cx="219456" cy="21945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229750" y="2011680"/>
            <a:ext cx="135119" cy="9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BBF58180-5FED-D086-9D4E-7945D87B9923}"/>
              </a:ext>
            </a:extLst>
          </p:cNvPr>
          <p:cNvCxnSpPr>
            <a:endCxn id="31" idx="3"/>
          </p:cNvCxnSpPr>
          <p:nvPr/>
        </p:nvCxnSpPr>
        <p:spPr>
          <a:xfrm rot="5400000">
            <a:off x="6586345" y="3620023"/>
            <a:ext cx="567091" cy="543294"/>
          </a:xfrm>
          <a:prstGeom prst="bentConnector2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000878A4-46F0-6DEA-2F14-D20DE319FD9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4598677" y="3608125"/>
            <a:ext cx="810846" cy="516636"/>
          </a:xfrm>
          <a:prstGeom prst="bentConnector3">
            <a:avLst>
              <a:gd name="adj1" fmla="val 1374"/>
            </a:avLst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Shape 27">
            <a:extLst>
              <a:ext uri="{FF2B5EF4-FFF2-40B4-BE49-F238E27FC236}">
                <a16:creationId xmlns:a16="http://schemas.microsoft.com/office/drawing/2014/main" id="{E7AFA4E7-0F04-2704-3227-0D669F66A96C}"/>
              </a:ext>
            </a:extLst>
          </p:cNvPr>
          <p:cNvSpPr/>
          <p:nvPr/>
        </p:nvSpPr>
        <p:spPr>
          <a:xfrm>
            <a:off x="5713764" y="3244200"/>
            <a:ext cx="219456" cy="21945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28">
            <a:extLst>
              <a:ext uri="{FF2B5EF4-FFF2-40B4-BE49-F238E27FC236}">
                <a16:creationId xmlns:a16="http://schemas.microsoft.com/office/drawing/2014/main" id="{B2EDA233-39CE-8B45-02E9-DFD685770BBF}"/>
              </a:ext>
            </a:extLst>
          </p:cNvPr>
          <p:cNvSpPr txBox="1"/>
          <p:nvPr/>
        </p:nvSpPr>
        <p:spPr>
          <a:xfrm>
            <a:off x="5758964" y="3303290"/>
            <a:ext cx="135119" cy="9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85" name="Shape 27">
            <a:extLst>
              <a:ext uri="{FF2B5EF4-FFF2-40B4-BE49-F238E27FC236}">
                <a16:creationId xmlns:a16="http://schemas.microsoft.com/office/drawing/2014/main" id="{24112598-531A-BD3A-8B84-0F6861F08AD8}"/>
              </a:ext>
            </a:extLst>
          </p:cNvPr>
          <p:cNvSpPr/>
          <p:nvPr/>
        </p:nvSpPr>
        <p:spPr>
          <a:xfrm>
            <a:off x="5295615" y="3786174"/>
            <a:ext cx="219456" cy="21945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7" name="Text 28">
            <a:extLst>
              <a:ext uri="{FF2B5EF4-FFF2-40B4-BE49-F238E27FC236}">
                <a16:creationId xmlns:a16="http://schemas.microsoft.com/office/drawing/2014/main" id="{7635E641-2934-449C-EF7A-D19D1EC0C3B3}"/>
              </a:ext>
            </a:extLst>
          </p:cNvPr>
          <p:cNvSpPr txBox="1"/>
          <p:nvPr/>
        </p:nvSpPr>
        <p:spPr>
          <a:xfrm>
            <a:off x="5340815" y="3845264"/>
            <a:ext cx="135119" cy="9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28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Lifecycle and Business Rules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status means for the CEC and the branch, and the rules the intake enforces.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FBF0DB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75488" y="1051560"/>
            <a:ext cx="2249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300" dirty="0"/>
          </a:p>
          <a:p>
            <a:pPr marL="0" indent="0">
              <a:buNone/>
            </a:pPr>
            <a:r>
              <a:rPr lang="en-US" sz="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for branch confirmation. CEC and branch can edit.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52928" y="1508760"/>
            <a:ext cx="329184" cy="0"/>
          </a:xfrm>
          <a:prstGeom prst="line">
            <a:avLst/>
          </a:prstGeom>
          <a:noFill/>
          <a:ln w="19050">
            <a:solidFill>
              <a:srgbClr val="14283D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00400" y="105156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DCEFF1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10128" y="1051560"/>
            <a:ext cx="2249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1300" dirty="0"/>
          </a:p>
          <a:p>
            <a:pPr marL="0" indent="0">
              <a:buNone/>
            </a:pPr>
            <a:r>
              <a:rPr lang="en-US" sz="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 assigned. Only cancel, quantity and substitution change.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87568" y="1508760"/>
            <a:ext cx="329184" cy="0"/>
          </a:xfrm>
          <a:prstGeom prst="line">
            <a:avLst/>
          </a:prstGeom>
          <a:noFill/>
          <a:ln w="19050">
            <a:solidFill>
              <a:srgbClr val="14283D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035040" y="105156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DDF0E4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44768" y="1051560"/>
            <a:ext cx="2249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Created</a:t>
            </a:r>
            <a:endParaRPr lang="en-US" sz="1300" dirty="0"/>
          </a:p>
          <a:p>
            <a:pPr marL="0" indent="0">
              <a:buNone/>
            </a:pPr>
            <a:r>
              <a:rPr lang="en-US" sz="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Order / Work Order created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00400" y="210312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F8E3E0"/>
          </a:solidFill>
          <a:ln w="12700">
            <a:solidFill>
              <a:srgbClr val="B544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00400" y="2103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5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Cancelled  </a:t>
            </a:r>
            <a:r>
              <a:rPr lang="en-US" sz="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Pending or Active, with a reason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0" y="1965960"/>
            <a:ext cx="0" cy="137160"/>
          </a:xfrm>
          <a:prstGeom prst="line">
            <a:avLst/>
          </a:prstGeom>
          <a:noFill/>
          <a:ln w="19050">
            <a:solidFill>
              <a:srgbClr val="B5443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65760" y="2697480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5D2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5488" y="2724912"/>
            <a:ext cx="24780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gate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only for Active accounts. Prospects get a referral to the salesperson or customer updates team.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0" y="2697480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5D2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10128" y="2724912"/>
            <a:ext cx="24780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MME and BTS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BTS captures patient, unit and room. Patient data stays in Salesforce, Patients information is tokenized in the </a:t>
            </a:r>
            <a:r>
              <a:rPr lang="en-US" sz="900" dirty="0" err="1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salesorder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2697480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5D2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44768" y="2724912"/>
            <a:ext cx="24780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</a:t>
            </a:r>
          </a:p>
          <a:p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same Model information for delivery cannot be created from any channel.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serial already on an open pickup cannot be called off again, from any channel.</a:t>
            </a:r>
          </a:p>
        </p:txBody>
      </p:sp>
      <p:sp>
        <p:nvSpPr>
          <p:cNvPr id="21" name="Shape 19"/>
          <p:cNvSpPr/>
          <p:nvPr/>
        </p:nvSpPr>
        <p:spPr>
          <a:xfrm>
            <a:off x="1376172" y="3761776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5D2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485900" y="3789208"/>
            <a:ext cx="24780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and CSR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Fulfilling branch is derived from the service area; branch users assign the CSR will be done on the Order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210812" y="3761776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5D2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20540" y="3789208"/>
            <a:ext cx="24780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to the caller and the branch list; text to the branch in daytime, on-call after hours.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USME  |  Customer Experience Centre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573</Words>
  <Application>Microsoft Office PowerPoint</Application>
  <PresentationFormat>On-screen Show (16:9)</PresentationFormat>
  <Paragraphs>83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CEC Data Model and Process Flow</dc:title>
  <dc:subject>PptxGenJS Presentation</dc:subject>
  <dc:creator>PptxGenJS</dc:creator>
  <cp:lastModifiedBy>Srinivas</cp:lastModifiedBy>
  <cp:revision>1</cp:revision>
  <dcterms:created xsi:type="dcterms:W3CDTF">2026-10-25T13:21:24Z</dcterms:created>
  <dcterms:modified xsi:type="dcterms:W3CDTF">2026-10-28T06:18:09Z</dcterms:modified>
</cp:coreProperties>
</file>