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01AB3-F603-7AB2-EDDC-6040E3A52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045F1-DBEC-7F56-672E-F09B8913C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760F7-547E-CD15-414E-44AB44BC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8303-BD8F-4D04-87E1-FE73EFE9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AD69-F46E-D47A-9E86-59644A35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5C25-4931-A949-75B2-BD28B4ED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52EB-519D-C4EF-36B3-032E8F831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15FB-321B-E5CD-EF20-3D3E5457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00D76-8D94-6E17-C109-7AC4DAE8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10471-1C47-9422-6E9B-DB5FBAB3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43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64E3-864F-C8B3-5BED-71FD7B4B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5576-1A0B-A286-9D16-328D44F8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AC1AC-68ED-2D11-6F0D-FB5E3250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93774-5F6D-90A4-03AA-FE648E0A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B3D5B-8065-4A4B-74C2-5B48C6A9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14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257E-883B-C3C9-4DA2-DB42062E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FBE6-83E9-B153-E781-7F1BC63FF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326A9-EABA-11D2-A459-7463DF36F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1E8E8-5EEF-A092-F583-AD47A193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4E410-53C7-880E-B976-312BC4A8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F8B76-678C-59BD-584C-5381B3C6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9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0792-F301-ACE4-A832-BBB171C5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415F-9225-DD15-4779-6C1A4C7C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6E2F4-DF13-CBC7-7338-E945F4EEE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622E3-8887-A2F2-727F-5BF239325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36646-0BA2-6C5F-272A-58E01371B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D2150-9752-1EE2-2714-81857AA9A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DFF1B-9DAA-C590-4979-C64B8CDB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C0449-5FEF-12FE-F54D-AAFC6635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1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9BF1-1764-6D60-03EF-5743F2EB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9E3A4-8DE9-D3A2-D381-365C5F04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287365-EADC-9F22-43C9-163DE995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FB07E-707E-291F-DD10-0B3E9018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59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B27DF-BF1C-3EAC-D3C8-394B5D33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115F3-BF4A-0C10-4463-B314F942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940B3-E192-F527-6B3A-B3D978D7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46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9A1F-55FC-8CCD-DA9B-874AA3BC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D9F1-7542-3E9A-68F5-90AC74EF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F8C7A-27C4-4A83-2D91-01B7EE592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C1A83-5CA1-3215-D081-09B4B235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FF593-6296-269A-46A6-557F8122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3D71D-A048-F351-8DF5-57EC7115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9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CCB6-540F-E945-ECBF-79B477BB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6F64E-28DE-06AD-2734-0BAD051F2D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B0BAF-5ED8-98F2-AD3B-F7FA84ACC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76BE6-40F4-59CD-C2E6-0740A7DC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13CF-93CC-9F9C-5B31-37FF62F1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52C1F-61D5-FF7A-239A-90BB76C9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FD1F-04C4-1771-944B-DBF6429B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92C84-605B-5415-7477-87BAB3B0A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A90B-51BC-F5A8-EC24-1CBC9C1A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A47BB-B3D7-B0AB-6A12-82233245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A100-E85D-BDAF-307D-F29644EE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26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A06E7A-50F9-A436-3394-F87FB88F8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5EDFFE-16CF-70C0-3E7F-712C73E1A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311C1-E395-B4EC-F39C-0F7782D9E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631E-4FD9-EEEF-9167-C243821A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B1F0-780D-4F32-A849-22BA9C57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35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8DF05-AA69-D1D5-2DEF-517538AB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9EC8A-66D8-52FD-CF7A-082E77D16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74D41-76CB-81D2-8029-759DC9341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94B4-7685-4DE8-B26C-38BAEB402108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CFA0-7C6D-E3B6-AC86-4CCAE3AEC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45B02-0A44-C94C-ABBD-45A01B05A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E9EDE-BDAE-43CF-AA04-763219FA8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19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png">
            <a:extLst>
              <a:ext uri="{FF2B5EF4-FFF2-40B4-BE49-F238E27FC236}">
                <a16:creationId xmlns:a16="http://schemas.microsoft.com/office/drawing/2014/main" id="{A632EDA7-9525-49EE-C838-900FBF71026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9751" y="931652"/>
            <a:ext cx="9586823" cy="496881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2707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2026-10-28T06:22:57Z</dcterms:created>
  <dcterms:modified xsi:type="dcterms:W3CDTF">2026-10-28T06:23:08Z</dcterms:modified>
</cp:coreProperties>
</file>