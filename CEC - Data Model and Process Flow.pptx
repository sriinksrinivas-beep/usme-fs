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3EE9-D2A2-DA5A-B171-5A11235F0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B7186-2FC8-AD33-4360-EDC2E788D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54719-8206-4A7F-F589-4175D5585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D768D-95BA-4B71-A3A5-0A712C2B991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7EB2-A53F-576F-C2D1-B3705CA5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86434-8821-F9D7-03C8-526D880C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4916-D08A-4BDB-ADEF-DBAA652FE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571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A435-B415-8A53-3FBD-B9937D72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A39DD-F708-2AA8-F042-0CB1FD7B7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BBD6E-F4FA-38EB-ABC3-BB2E93DC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D768D-95BA-4B71-A3A5-0A712C2B991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6B324-C78B-62F8-F698-C911A864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C07E7-2FD2-6114-DE28-1FDB98EC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4916-D08A-4BDB-ADEF-DBAA652FE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57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CF530-B8CA-F52E-4FD1-1DED7023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E5175-6C38-FD7C-5724-DE92AC3FB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A4460-C4BE-0D80-455B-8FFDCB68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D768D-95BA-4B71-A3A5-0A712C2B991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80F6C-8910-816B-7ACB-AD06E967F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36255-8FF9-5049-E64C-E444C2AA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4916-D08A-4BDB-ADEF-DBAA652FE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84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61C43-2952-77AE-C9DC-B8E8F309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C8B48-EF1D-B7A3-8545-03CC04121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4F9D5-0C2D-89FD-984F-58D6D86A8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9506A-339A-FC44-F01F-4686D2CD4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D768D-95BA-4B71-A3A5-0A712C2B991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97454-8035-0070-E18E-3AE65297B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293EA-4D2A-079E-4E04-EE970981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4916-D08A-4BDB-ADEF-DBAA652FE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52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5454-DBE8-4E24-4513-62F87597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D304C-D224-DF87-A107-A9790D363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EEF9E-2E0D-E0F3-FC04-9BCC9D3EC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F4C78-BB8B-18FA-DCEF-9B5B93D8F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C34B3-DF47-AA93-5E37-D1E6AB318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A05030-1B67-7725-5982-5B86DC388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D768D-95BA-4B71-A3A5-0A712C2B991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A55A57-564C-394C-C8E8-4FEEE7BD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2A84A-B72C-A9F7-1B3B-25BE109B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4916-D08A-4BDB-ADEF-DBAA652FE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34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CE516-80BB-9C55-BA4F-D5681A98D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C7948F-123F-D1D7-CB07-D70D3A081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D768D-95BA-4B71-A3A5-0A712C2B991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290BC-60E6-713E-095D-91F4F86A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94A86-3382-B5C1-1955-BC596F140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4916-D08A-4BDB-ADEF-DBAA652FE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8421B4-C725-558A-4B98-C4998AA78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D768D-95BA-4B71-A3A5-0A712C2B991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538CB8-9EC6-28DF-9000-467FB002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165DF-4A85-0F9B-2171-9D5297F1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4916-D08A-4BDB-ADEF-DBAA652FE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73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B546-1C9A-8787-32E8-2D39AD315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AC37E-A2E7-3D69-1D24-F89C83DC4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59DF8-2524-6107-2BBE-93D9C62D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32124-269F-FFC4-2688-4A0334390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D768D-95BA-4B71-A3A5-0A712C2B991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4F9CE-A40E-8DE4-4A2E-11F811B22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A8E15-971C-9F0C-B87C-C854DFE5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4916-D08A-4BDB-ADEF-DBAA652FE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320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8577A-BC49-4E16-4683-030F3E58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B318AD-150D-41DE-4DE1-DDCAA15710E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C88ED-5FDA-3098-93F5-1F55E8D57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1C20E-5784-7238-78BD-B67892BB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D768D-95BA-4B71-A3A5-0A712C2B991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E57EE-CFA5-3234-FFFE-22802FC77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B3F25-75D1-5A92-9810-BE8BA2D4B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4916-D08A-4BDB-ADEF-DBAA652FE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43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2853-2D95-C496-E4F3-320C491DC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AEE1D-F351-0B2B-D4F7-77CC50F07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3C3A7-04AE-D351-B28E-B574EA7C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D768D-95BA-4B71-A3A5-0A712C2B991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052ED-7ECA-D831-9DDE-F9AD768CE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20459-1EA6-320F-CA5A-53708145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4916-D08A-4BDB-ADEF-DBAA652FE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615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E129A2-DD74-328E-4999-62F5D81E44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85C36-937F-7570-FB20-EED26EB75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AE39C-7BE4-9714-BCB0-B0AEF9633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D768D-95BA-4B71-A3A5-0A712C2B991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D083F-570E-701D-3D5D-E1F0F06D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9E127-AC59-1DAC-28C0-3F5A60EB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C4916-D08A-4BDB-ADEF-DBAA652FE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407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D69AF-99C0-E05B-B548-1EA32589C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94538-7B04-78B2-671C-7EC4D43BD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3FC00-0665-94B7-4EFF-A2F4BD8B6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D768D-95BA-4B71-A3A5-0A712C2B9910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D875D-0442-570D-9F08-E79E8B2CD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C5310-1C41-2C3E-2AC7-873EC9FD4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C4916-D08A-4BDB-ADEF-DBAA652FE9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9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F31C3A-B802-7DE3-D3D9-1C63AE9821C8}"/>
              </a:ext>
            </a:extLst>
          </p:cNvPr>
          <p:cNvSpPr/>
          <p:nvPr/>
        </p:nvSpPr>
        <p:spPr>
          <a:xfrm>
            <a:off x="1299713" y="1144438"/>
            <a:ext cx="1736785" cy="6728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Intake Header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B3C4DA-7977-0CE3-94E2-9810D6986CD3}"/>
              </a:ext>
            </a:extLst>
          </p:cNvPr>
          <p:cNvSpPr/>
          <p:nvPr/>
        </p:nvSpPr>
        <p:spPr>
          <a:xfrm>
            <a:off x="1299713" y="2122098"/>
            <a:ext cx="1736785" cy="6728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Intake Lines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7BBC394-C5D7-B32C-1D23-77D9765BB4B4}"/>
              </a:ext>
            </a:extLst>
          </p:cNvPr>
          <p:cNvSpPr/>
          <p:nvPr/>
        </p:nvSpPr>
        <p:spPr>
          <a:xfrm>
            <a:off x="2035834" y="1863306"/>
            <a:ext cx="281796" cy="2587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75993-8CD4-6468-DAE0-9A6DC042DD1B}"/>
              </a:ext>
            </a:extLst>
          </p:cNvPr>
          <p:cNvSpPr/>
          <p:nvPr/>
        </p:nvSpPr>
        <p:spPr>
          <a:xfrm>
            <a:off x="4359216" y="1200509"/>
            <a:ext cx="1529751" cy="672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Ascent</a:t>
            </a:r>
          </a:p>
          <a:p>
            <a:pPr algn="ctr"/>
            <a:r>
              <a:rPr lang="en-IN" sz="1200" dirty="0"/>
              <a:t>Sales Order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E2FA508-F8DB-BB6B-8490-38B3DF2E93BD}"/>
              </a:ext>
            </a:extLst>
          </p:cNvPr>
          <p:cNvSpPr/>
          <p:nvPr/>
        </p:nvSpPr>
        <p:spPr>
          <a:xfrm>
            <a:off x="3168770" y="1647645"/>
            <a:ext cx="1104181" cy="4313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0565D9-7F42-342B-480F-0D456D2007BE}"/>
              </a:ext>
            </a:extLst>
          </p:cNvPr>
          <p:cNvSpPr txBox="1"/>
          <p:nvPr/>
        </p:nvSpPr>
        <p:spPr>
          <a:xfrm>
            <a:off x="3168770" y="1270164"/>
            <a:ext cx="971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Delivery Completed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A7AA08-B43F-AB68-C607-88765A989EE0}"/>
              </a:ext>
            </a:extLst>
          </p:cNvPr>
          <p:cNvSpPr/>
          <p:nvPr/>
        </p:nvSpPr>
        <p:spPr>
          <a:xfrm>
            <a:off x="1293962" y="4006971"/>
            <a:ext cx="1736785" cy="6728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Intake Header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C2B580-AEC9-08C3-D024-203D52D21FD4}"/>
              </a:ext>
            </a:extLst>
          </p:cNvPr>
          <p:cNvSpPr/>
          <p:nvPr/>
        </p:nvSpPr>
        <p:spPr>
          <a:xfrm>
            <a:off x="1293962" y="4984631"/>
            <a:ext cx="1736785" cy="6728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Intake Lines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CC2E9FA6-719E-00AC-5FBF-3C6E437A1059}"/>
              </a:ext>
            </a:extLst>
          </p:cNvPr>
          <p:cNvSpPr/>
          <p:nvPr/>
        </p:nvSpPr>
        <p:spPr>
          <a:xfrm>
            <a:off x="2030083" y="4725839"/>
            <a:ext cx="281796" cy="2587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1F9B6A-9B2E-BF8C-57DC-CE854AD9D2FD}"/>
              </a:ext>
            </a:extLst>
          </p:cNvPr>
          <p:cNvSpPr/>
          <p:nvPr/>
        </p:nvSpPr>
        <p:spPr>
          <a:xfrm>
            <a:off x="4353464" y="4040039"/>
            <a:ext cx="1529751" cy="672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Ascent</a:t>
            </a:r>
          </a:p>
          <a:p>
            <a:pPr algn="ctr"/>
            <a:r>
              <a:rPr lang="en-IN" sz="1200" dirty="0"/>
              <a:t>Work Order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83F051E-5F23-4786-FFF9-5CF29335FDFA}"/>
              </a:ext>
            </a:extLst>
          </p:cNvPr>
          <p:cNvSpPr/>
          <p:nvPr/>
        </p:nvSpPr>
        <p:spPr>
          <a:xfrm>
            <a:off x="3163019" y="4510178"/>
            <a:ext cx="1104181" cy="4313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AAC968-8D06-83EB-79D6-6504BB0119CB}"/>
              </a:ext>
            </a:extLst>
          </p:cNvPr>
          <p:cNvSpPr txBox="1"/>
          <p:nvPr/>
        </p:nvSpPr>
        <p:spPr>
          <a:xfrm>
            <a:off x="3252159" y="4237969"/>
            <a:ext cx="971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Pickup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30DCC9-79EC-4A4F-55ED-52F6F6C8C291}"/>
              </a:ext>
            </a:extLst>
          </p:cNvPr>
          <p:cNvSpPr/>
          <p:nvPr/>
        </p:nvSpPr>
        <p:spPr>
          <a:xfrm>
            <a:off x="4399472" y="4984631"/>
            <a:ext cx="1529751" cy="672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Ascent</a:t>
            </a:r>
          </a:p>
          <a:p>
            <a:pPr algn="ctr"/>
            <a:r>
              <a:rPr lang="en-IN" sz="1200" dirty="0"/>
              <a:t>Work Order 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059340-3BEA-44B1-EB51-EF60D4116282}"/>
              </a:ext>
            </a:extLst>
          </p:cNvPr>
          <p:cNvSpPr txBox="1"/>
          <p:nvPr/>
        </p:nvSpPr>
        <p:spPr>
          <a:xfrm>
            <a:off x="1138687" y="656387"/>
            <a:ext cx="23003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600" b="1" dirty="0">
                <a:solidFill>
                  <a:schemeClr val="tx1"/>
                </a:solidFill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Sales / Rental / RMA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C08696-CB48-FA8F-A1AA-7C07FB35B641}"/>
              </a:ext>
            </a:extLst>
          </p:cNvPr>
          <p:cNvSpPr txBox="1"/>
          <p:nvPr/>
        </p:nvSpPr>
        <p:spPr>
          <a:xfrm>
            <a:off x="1219200" y="3334111"/>
            <a:ext cx="2789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600" b="1" dirty="0">
                <a:solidFill>
                  <a:schemeClr val="tx1"/>
                </a:solidFill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Pickup &amp; Other Services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FB4CE8-29EB-639A-0BFB-4276AD5318CB}"/>
              </a:ext>
            </a:extLst>
          </p:cNvPr>
          <p:cNvSpPr/>
          <p:nvPr/>
        </p:nvSpPr>
        <p:spPr>
          <a:xfrm>
            <a:off x="4353464" y="2043023"/>
            <a:ext cx="1529751" cy="672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Ascent</a:t>
            </a:r>
          </a:p>
          <a:p>
            <a:pPr algn="ctr"/>
            <a:r>
              <a:rPr lang="en-IN" sz="1200" dirty="0"/>
              <a:t>Sales Order 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B08BD0-B971-8891-AE16-565626E7F119}"/>
              </a:ext>
            </a:extLst>
          </p:cNvPr>
          <p:cNvSpPr txBox="1"/>
          <p:nvPr/>
        </p:nvSpPr>
        <p:spPr>
          <a:xfrm>
            <a:off x="362310" y="157659"/>
            <a:ext cx="5779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Customer Experience Centre – Data Model</a:t>
            </a:r>
          </a:p>
        </p:txBody>
      </p:sp>
    </p:spTree>
    <p:extLst>
      <p:ext uri="{BB962C8B-B14F-4D97-AF65-F5344CB8AC3E}">
        <p14:creationId xmlns:p14="http://schemas.microsoft.com/office/powerpoint/2010/main" val="15420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E46704-BED7-31A0-F941-FE5813AED1EF}"/>
              </a:ext>
            </a:extLst>
          </p:cNvPr>
          <p:cNvSpPr/>
          <p:nvPr/>
        </p:nvSpPr>
        <p:spPr>
          <a:xfrm>
            <a:off x="2495908" y="1561380"/>
            <a:ext cx="2162355" cy="606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CEC team Logins into Salesforce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3F9287-243C-D9F8-C880-7254A6081597}"/>
              </a:ext>
            </a:extLst>
          </p:cNvPr>
          <p:cNvSpPr/>
          <p:nvPr/>
        </p:nvSpPr>
        <p:spPr>
          <a:xfrm>
            <a:off x="267418" y="1561381"/>
            <a:ext cx="1785669" cy="60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Customer Phone Call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5E1BF0-0F18-E77A-2223-234DC8055BE7}"/>
              </a:ext>
            </a:extLst>
          </p:cNvPr>
          <p:cNvSpPr/>
          <p:nvPr/>
        </p:nvSpPr>
        <p:spPr>
          <a:xfrm>
            <a:off x="5042139" y="1561380"/>
            <a:ext cx="1485182" cy="606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Creates Intake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D86BFB-DA7C-D1DD-5771-C5BFE5FCE9DC}"/>
              </a:ext>
            </a:extLst>
          </p:cNvPr>
          <p:cNvSpPr/>
          <p:nvPr/>
        </p:nvSpPr>
        <p:spPr>
          <a:xfrm>
            <a:off x="6970138" y="1558505"/>
            <a:ext cx="1558511" cy="606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Assign CSR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E5E0C9-86E5-93DD-6E73-3B9E53AFE708}"/>
              </a:ext>
            </a:extLst>
          </p:cNvPr>
          <p:cNvSpPr/>
          <p:nvPr/>
        </p:nvSpPr>
        <p:spPr>
          <a:xfrm>
            <a:off x="8994473" y="2996598"/>
            <a:ext cx="1641895" cy="535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Work Order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469EA5-2981-4772-5856-1C99FB5E7029}"/>
              </a:ext>
            </a:extLst>
          </p:cNvPr>
          <p:cNvSpPr/>
          <p:nvPr/>
        </p:nvSpPr>
        <p:spPr>
          <a:xfrm>
            <a:off x="4894043" y="3009176"/>
            <a:ext cx="1593014" cy="5362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Sales Order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E116C1E5-50FB-EC3D-FABE-ABEBF65DD3E7}"/>
              </a:ext>
            </a:extLst>
          </p:cNvPr>
          <p:cNvSpPr/>
          <p:nvPr/>
        </p:nvSpPr>
        <p:spPr>
          <a:xfrm>
            <a:off x="2120661" y="1764101"/>
            <a:ext cx="287547" cy="2012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03C1EEA-4888-CACB-9C65-89F64E613598}"/>
              </a:ext>
            </a:extLst>
          </p:cNvPr>
          <p:cNvSpPr/>
          <p:nvPr/>
        </p:nvSpPr>
        <p:spPr>
          <a:xfrm>
            <a:off x="4725837" y="1764101"/>
            <a:ext cx="287547" cy="2012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25D7782A-9447-440F-78ED-33946C7EA261}"/>
              </a:ext>
            </a:extLst>
          </p:cNvPr>
          <p:cNvSpPr/>
          <p:nvPr/>
        </p:nvSpPr>
        <p:spPr>
          <a:xfrm>
            <a:off x="6604956" y="1769852"/>
            <a:ext cx="287547" cy="2012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A72634DE-DD47-2B98-21F4-EF27066ADFDC}"/>
              </a:ext>
            </a:extLst>
          </p:cNvPr>
          <p:cNvSpPr/>
          <p:nvPr/>
        </p:nvSpPr>
        <p:spPr>
          <a:xfrm>
            <a:off x="6935635" y="2685691"/>
            <a:ext cx="1593014" cy="1167442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Delivery / Pickup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BB24D0A-B4F8-1C11-5713-4937A8B9B93B}"/>
              </a:ext>
            </a:extLst>
          </p:cNvPr>
          <p:cNvSpPr/>
          <p:nvPr/>
        </p:nvSpPr>
        <p:spPr>
          <a:xfrm>
            <a:off x="8609158" y="3163733"/>
            <a:ext cx="287547" cy="2012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FFAADA5F-EE73-628A-05FF-8433D9B3705D}"/>
              </a:ext>
            </a:extLst>
          </p:cNvPr>
          <p:cNvSpPr/>
          <p:nvPr/>
        </p:nvSpPr>
        <p:spPr>
          <a:xfrm rot="10800000">
            <a:off x="6584825" y="3176673"/>
            <a:ext cx="287547" cy="2012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51A49185-6BCE-ADD5-E3B8-E4BE0E132909}"/>
              </a:ext>
            </a:extLst>
          </p:cNvPr>
          <p:cNvSpPr/>
          <p:nvPr/>
        </p:nvSpPr>
        <p:spPr>
          <a:xfrm rot="5400000">
            <a:off x="7605619" y="2324819"/>
            <a:ext cx="287547" cy="2012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4749DE-0DCD-4B50-4CF2-AFEAA4A9F72F}"/>
              </a:ext>
            </a:extLst>
          </p:cNvPr>
          <p:cNvSpPr txBox="1"/>
          <p:nvPr/>
        </p:nvSpPr>
        <p:spPr>
          <a:xfrm>
            <a:off x="408317" y="408317"/>
            <a:ext cx="5779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Customer Experience Centre – Call Log Intake Register flow</a:t>
            </a:r>
          </a:p>
        </p:txBody>
      </p:sp>
    </p:spTree>
    <p:extLst>
      <p:ext uri="{BB962C8B-B14F-4D97-AF65-F5344CB8AC3E}">
        <p14:creationId xmlns:p14="http://schemas.microsoft.com/office/powerpoint/2010/main" val="196885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</dc:creator>
  <cp:lastModifiedBy>Srinivas</cp:lastModifiedBy>
  <cp:revision>1</cp:revision>
  <dcterms:created xsi:type="dcterms:W3CDTF">2026-10-25T13:17:09Z</dcterms:created>
  <dcterms:modified xsi:type="dcterms:W3CDTF">2026-10-25T13:17:23Z</dcterms:modified>
</cp:coreProperties>
</file>