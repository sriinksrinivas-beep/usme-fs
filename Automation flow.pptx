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9BD4-4E39-934F-B28E-3230D1E9B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F5DB5-6757-08EC-4A3E-020CDED5E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4A741-DC19-EDCA-EDD7-5BE0A161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26577-B7C2-D22F-FF7B-B768F128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AC31-C843-8347-3EB1-82DC1201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2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ED864-3FB7-400B-312B-81337931F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6216F-6FDE-B732-F341-E52FA269A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83E99-F5E0-4985-4E0A-A28FE028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94C32-7D59-40D9-184F-8F901AEF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39192-0374-B5CE-71D1-8E377636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83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38352-833E-DD2E-7A7B-67A46B0C6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C32EA-031D-344E-E425-F96F0BBB8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BF6F1-DC19-B1C0-AEA2-E178C89A4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C2E33-88DB-958D-927A-A057D18A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FEA99-BB0C-6EF8-641A-A8F117A3A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03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EAD72-A5B4-4B2F-55D2-FC22ACF05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E9297-6FBE-7EBB-DCF9-38344577B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C8139-D1B3-E186-ABB7-64BC2AB9B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A8D42-89C3-4C3B-42C8-00CC420F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05771-A9AA-142F-7696-0363BC80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457B9-FF10-EEF9-385C-F2B5CA3E1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203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EBBF5-51AE-1D7E-4D47-8D215DA60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269C6-D64D-6898-6CCB-00CA99281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18F5-DF36-0EB7-8307-6E9F06737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F47B5-F255-9F8A-3CBB-F92D8F888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903C3F-8FEF-2B2D-40D0-ECD2F8F89F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10945B-272A-B046-5844-3E633215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1E8B3-2582-5186-0C45-59B5206D2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11A873-4BAD-3055-C587-E14B7BE2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5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F142-21C7-D60F-C7CE-975F0ACC8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3723A3-34B2-952D-8226-18CC3919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32B88-F2A7-E759-D0A5-DE083213C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9BF61-5A06-FF65-3FAE-8E21E4CF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423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100AB-60A3-9BDE-B9A5-0C7C222E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ADC11-E20A-97F1-1770-23DD233F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F1058-096D-C8B6-61BF-CE2D6101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778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2280E-6F04-B259-1554-D1E1DE06D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861ED-811A-9320-E9BB-4A51A4E71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C6B16-DD2E-78EB-32FE-7BFC40F5A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9963D-6915-97E5-7BAE-68A3E5E0F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EF499-D1A9-795D-62F8-C2BC5101F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133B6-F77C-F6FF-6A8F-E7480520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19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B986-D32D-D93C-F693-7C70F57E6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DE519-78AA-173C-38C2-74036A6835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4B9B1-B5BA-DEF9-D0F9-A1F307B2A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BDDD9-9DEA-86D5-FDFC-195DB028D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EB431-4B92-DC48-F428-208E1DA5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32E20-B122-8493-6033-E773A2BE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36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84A0-E088-2B02-E21A-35CCDAFE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8E90C-EAB3-D47C-69B4-8E862E324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E6EE8-DCD9-B4B4-F778-90C11799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0D88A-E6DC-9391-C949-3BC31E15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51035-2C07-C766-8999-E885ED1E6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25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09749-8501-058F-EEF3-7E0EAE78A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B29A9D-0E27-14D8-AD8A-CB3AB3BBB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F6A51-487D-DA1C-579B-06E8AA2D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57686-E4D4-8C38-E920-EF792EC55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116F3-53E7-0D1B-1259-380581BC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03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B697A-A567-98CA-0A60-A0356DCC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5F0BD-19F3-BF96-2D0C-3881B798E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0CB3A-4C1C-7C18-FFEA-84B56AE62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C740E-E2A6-4D39-87DE-750E331E206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3BE5E-C052-5DD5-9ED4-21807E8AB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1D8AE-DDBE-CCB7-539B-233991825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B14FD-3173-4EDE-98ED-1EFDA4405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63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6AC423-9290-81B7-5FD7-D2CC95CCB0A3}"/>
              </a:ext>
            </a:extLst>
          </p:cNvPr>
          <p:cNvSpPr/>
          <p:nvPr/>
        </p:nvSpPr>
        <p:spPr>
          <a:xfrm>
            <a:off x="1989826" y="2099094"/>
            <a:ext cx="1000664" cy="511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5575DD-E914-61BB-736E-3FBF0DB8ABFD}"/>
              </a:ext>
            </a:extLst>
          </p:cNvPr>
          <p:cNvSpPr/>
          <p:nvPr/>
        </p:nvSpPr>
        <p:spPr>
          <a:xfrm>
            <a:off x="3295290" y="2099094"/>
            <a:ext cx="1000664" cy="511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Fax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0DADB-5A86-EA11-1A36-38894B03889B}"/>
              </a:ext>
            </a:extLst>
          </p:cNvPr>
          <p:cNvSpPr/>
          <p:nvPr/>
        </p:nvSpPr>
        <p:spPr>
          <a:xfrm>
            <a:off x="4701395" y="2099094"/>
            <a:ext cx="1000664" cy="511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3DD8A1-AF76-ABB7-FF1F-1715B800B2C8}"/>
              </a:ext>
            </a:extLst>
          </p:cNvPr>
          <p:cNvSpPr/>
          <p:nvPr/>
        </p:nvSpPr>
        <p:spPr>
          <a:xfrm>
            <a:off x="6208143" y="2099094"/>
            <a:ext cx="1000664" cy="511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RPA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9D2F5D-0A1D-9B17-7977-581090630A7E}"/>
              </a:ext>
            </a:extLst>
          </p:cNvPr>
          <p:cNvSpPr/>
          <p:nvPr/>
        </p:nvSpPr>
        <p:spPr>
          <a:xfrm>
            <a:off x="7887419" y="2099094"/>
            <a:ext cx="1000664" cy="511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SFTP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6E6884-7C8B-8E29-4096-64C816C0DFC5}"/>
              </a:ext>
            </a:extLst>
          </p:cNvPr>
          <p:cNvSpPr/>
          <p:nvPr/>
        </p:nvSpPr>
        <p:spPr>
          <a:xfrm>
            <a:off x="1903562" y="3278037"/>
            <a:ext cx="6898257" cy="7246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Workato - Middleware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7ABB62-28F5-ED16-41A3-EE5177872BD7}"/>
              </a:ext>
            </a:extLst>
          </p:cNvPr>
          <p:cNvSpPr/>
          <p:nvPr/>
        </p:nvSpPr>
        <p:spPr>
          <a:xfrm>
            <a:off x="1989826" y="4747406"/>
            <a:ext cx="6811993" cy="1098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Salesforce + Ascent (Intake)</a:t>
            </a:r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7B2E39F5-A962-CD77-8AC6-F5E8AC581C32}"/>
              </a:ext>
            </a:extLst>
          </p:cNvPr>
          <p:cNvSpPr/>
          <p:nvPr/>
        </p:nvSpPr>
        <p:spPr>
          <a:xfrm>
            <a:off x="2389516" y="2677062"/>
            <a:ext cx="201283" cy="41981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F41F876F-C520-F088-F9BE-323D3D0E2906}"/>
              </a:ext>
            </a:extLst>
          </p:cNvPr>
          <p:cNvSpPr/>
          <p:nvPr/>
        </p:nvSpPr>
        <p:spPr>
          <a:xfrm>
            <a:off x="4871049" y="4183811"/>
            <a:ext cx="201283" cy="41981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409BB6AA-C432-D97F-BF76-13E7F5E3C87C}"/>
              </a:ext>
            </a:extLst>
          </p:cNvPr>
          <p:cNvSpPr/>
          <p:nvPr/>
        </p:nvSpPr>
        <p:spPr>
          <a:xfrm>
            <a:off x="3646097" y="2734573"/>
            <a:ext cx="201283" cy="41981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Up-Down 22">
            <a:extLst>
              <a:ext uri="{FF2B5EF4-FFF2-40B4-BE49-F238E27FC236}">
                <a16:creationId xmlns:a16="http://schemas.microsoft.com/office/drawing/2014/main" id="{58D2A4EF-EAD8-5246-5525-0795BCDDA042}"/>
              </a:ext>
            </a:extLst>
          </p:cNvPr>
          <p:cNvSpPr/>
          <p:nvPr/>
        </p:nvSpPr>
        <p:spPr>
          <a:xfrm>
            <a:off x="4971690" y="2754704"/>
            <a:ext cx="201283" cy="41981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Up-Down 24">
            <a:extLst>
              <a:ext uri="{FF2B5EF4-FFF2-40B4-BE49-F238E27FC236}">
                <a16:creationId xmlns:a16="http://schemas.microsoft.com/office/drawing/2014/main" id="{A9E91299-C347-E25A-7E06-96BE7232420C}"/>
              </a:ext>
            </a:extLst>
          </p:cNvPr>
          <p:cNvSpPr/>
          <p:nvPr/>
        </p:nvSpPr>
        <p:spPr>
          <a:xfrm>
            <a:off x="6561825" y="2734572"/>
            <a:ext cx="201283" cy="41981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Up-Down 26">
            <a:extLst>
              <a:ext uri="{FF2B5EF4-FFF2-40B4-BE49-F238E27FC236}">
                <a16:creationId xmlns:a16="http://schemas.microsoft.com/office/drawing/2014/main" id="{6B451F53-E9F7-1B89-B2B9-53342AC41717}"/>
              </a:ext>
            </a:extLst>
          </p:cNvPr>
          <p:cNvSpPr/>
          <p:nvPr/>
        </p:nvSpPr>
        <p:spPr>
          <a:xfrm>
            <a:off x="8287109" y="2754703"/>
            <a:ext cx="201283" cy="41981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125E7A-98A2-E6DF-71AB-803310CC4A80}"/>
              </a:ext>
            </a:extLst>
          </p:cNvPr>
          <p:cNvSpPr txBox="1"/>
          <p:nvPr/>
        </p:nvSpPr>
        <p:spPr>
          <a:xfrm>
            <a:off x="4083170" y="359174"/>
            <a:ext cx="56618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Automations</a:t>
            </a:r>
          </a:p>
        </p:txBody>
      </p:sp>
    </p:spTree>
    <p:extLst>
      <p:ext uri="{BB962C8B-B14F-4D97-AF65-F5344CB8AC3E}">
        <p14:creationId xmlns:p14="http://schemas.microsoft.com/office/powerpoint/2010/main" val="126427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</dc:creator>
  <cp:lastModifiedBy>Srinivas</cp:lastModifiedBy>
  <cp:revision>1</cp:revision>
  <dcterms:created xsi:type="dcterms:W3CDTF">2026-10-23T17:30:16Z</dcterms:created>
  <dcterms:modified xsi:type="dcterms:W3CDTF">2026-10-23T17:30:32Z</dcterms:modified>
</cp:coreProperties>
</file>