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AD2AE-3534-4546-A516-A61211421A8B}" v="3" dt="2026-10-28T07:10:42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" userId="0dfdf577-abd2-4267-93fe-1b178774e272" providerId="ADAL" clId="{26E41FBD-A856-477A-B280-770F18103933}"/>
    <pc:docChg chg="undo custSel modSld">
      <pc:chgData name="Srinivas" userId="0dfdf577-abd2-4267-93fe-1b178774e272" providerId="ADAL" clId="{26E41FBD-A856-477A-B280-770F18103933}" dt="2026-10-28T07:15:15.593" v="322" actId="167"/>
      <pc:docMkLst>
        <pc:docMk/>
      </pc:docMkLst>
      <pc:sldChg chg="addSp delSp modSp mod">
        <pc:chgData name="Srinivas" userId="0dfdf577-abd2-4267-93fe-1b178774e272" providerId="ADAL" clId="{26E41FBD-A856-477A-B280-770F18103933}" dt="2026-10-28T07:15:15.593" v="322" actId="167"/>
        <pc:sldMkLst>
          <pc:docMk/>
          <pc:sldMk cId="0" sldId="258"/>
        </pc:sldMkLst>
        <pc:spChg chg="mod">
          <ac:chgData name="Srinivas" userId="0dfdf577-abd2-4267-93fe-1b178774e272" providerId="ADAL" clId="{26E41FBD-A856-477A-B280-770F18103933}" dt="2026-10-28T07:09:35.956" v="228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04:25.530" v="75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04:45.939" v="80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09:33.292" v="227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05:33.554" v="116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14:58.873" v="319" actId="313"/>
          <ac:spMkLst>
            <pc:docMk/>
            <pc:sldMk cId="0" sldId="258"/>
            <ac:spMk id="33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13:50.695" v="261" actId="207"/>
          <ac:spMkLst>
            <pc:docMk/>
            <pc:sldMk cId="0" sldId="258"/>
            <ac:spMk id="36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13:59.060" v="263" actId="20577"/>
          <ac:spMkLst>
            <pc:docMk/>
            <pc:sldMk cId="0" sldId="258"/>
            <ac:spMk id="40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8T07:07:16.735" v="169" actId="20577"/>
          <ac:spMkLst>
            <pc:docMk/>
            <pc:sldMk cId="0" sldId="258"/>
            <ac:spMk id="41" creationId="{00000000-0000-0000-0000-000000000000}"/>
          </ac:spMkLst>
        </pc:spChg>
        <pc:spChg chg="del">
          <ac:chgData name="Srinivas" userId="0dfdf577-abd2-4267-93fe-1b178774e272" providerId="ADAL" clId="{26E41FBD-A856-477A-B280-770F18103933}" dt="2026-10-28T07:05:59.162" v="122" actId="478"/>
          <ac:spMkLst>
            <pc:docMk/>
            <pc:sldMk cId="0" sldId="258"/>
            <ac:spMk id="48" creationId="{00000000-0000-0000-0000-000000000000}"/>
          </ac:spMkLst>
        </pc:spChg>
        <pc:spChg chg="del mod">
          <ac:chgData name="Srinivas" userId="0dfdf577-abd2-4267-93fe-1b178774e272" providerId="ADAL" clId="{26E41FBD-A856-477A-B280-770F18103933}" dt="2026-10-28T07:05:46.826" v="118" actId="478"/>
          <ac:spMkLst>
            <pc:docMk/>
            <pc:sldMk cId="0" sldId="258"/>
            <ac:spMk id="49" creationId="{00000000-0000-0000-0000-000000000000}"/>
          </ac:spMkLst>
        </pc:spChg>
        <pc:spChg chg="del">
          <ac:chgData name="Srinivas" userId="0dfdf577-abd2-4267-93fe-1b178774e272" providerId="ADAL" clId="{26E41FBD-A856-477A-B280-770F18103933}" dt="2026-10-28T07:05:49.873" v="119" actId="478"/>
          <ac:spMkLst>
            <pc:docMk/>
            <pc:sldMk cId="0" sldId="258"/>
            <ac:spMk id="50" creationId="{00000000-0000-0000-0000-000000000000}"/>
          </ac:spMkLst>
        </pc:spChg>
        <pc:spChg chg="add del">
          <ac:chgData name="Srinivas" userId="0dfdf577-abd2-4267-93fe-1b178774e272" providerId="ADAL" clId="{26E41FBD-A856-477A-B280-770F18103933}" dt="2026-10-28T07:07:16.980" v="170" actId="478"/>
          <ac:spMkLst>
            <pc:docMk/>
            <pc:sldMk cId="0" sldId="258"/>
            <ac:spMk id="55" creationId="{00000000-0000-0000-0000-000000000000}"/>
          </ac:spMkLst>
        </pc:spChg>
        <pc:spChg chg="del">
          <ac:chgData name="Srinivas" userId="0dfdf577-abd2-4267-93fe-1b178774e272" providerId="ADAL" clId="{26E41FBD-A856-477A-B280-770F18103933}" dt="2026-10-28T07:04:10.399" v="72" actId="478"/>
          <ac:spMkLst>
            <pc:docMk/>
            <pc:sldMk cId="0" sldId="258"/>
            <ac:spMk id="57" creationId="{00000000-0000-0000-0000-000000000000}"/>
          </ac:spMkLst>
        </pc:spChg>
        <pc:spChg chg="del">
          <ac:chgData name="Srinivas" userId="0dfdf577-abd2-4267-93fe-1b178774e272" providerId="ADAL" clId="{26E41FBD-A856-477A-B280-770F18103933}" dt="2026-10-28T07:04:06.841" v="71" actId="478"/>
          <ac:spMkLst>
            <pc:docMk/>
            <pc:sldMk cId="0" sldId="258"/>
            <ac:spMk id="58" creationId="{00000000-0000-0000-0000-000000000000}"/>
          </ac:spMkLst>
        </pc:spChg>
        <pc:spChg chg="add del mod">
          <ac:chgData name="Srinivas" userId="0dfdf577-abd2-4267-93fe-1b178774e272" providerId="ADAL" clId="{26E41FBD-A856-477A-B280-770F18103933}" dt="2026-10-28T06:57:44.128" v="23" actId="22"/>
          <ac:spMkLst>
            <pc:docMk/>
            <pc:sldMk cId="0" sldId="258"/>
            <ac:spMk id="60" creationId="{893367DD-C185-64B6-088F-B33890EEF64F}"/>
          </ac:spMkLst>
        </pc:spChg>
        <pc:spChg chg="add del mod">
          <ac:chgData name="Srinivas" userId="0dfdf577-abd2-4267-93fe-1b178774e272" providerId="ADAL" clId="{26E41FBD-A856-477A-B280-770F18103933}" dt="2026-10-28T06:57:44.128" v="23" actId="22"/>
          <ac:spMkLst>
            <pc:docMk/>
            <pc:sldMk cId="0" sldId="258"/>
            <ac:spMk id="62" creationId="{418CD35A-2951-2006-282B-587B8BABF545}"/>
          </ac:spMkLst>
        </pc:spChg>
        <pc:spChg chg="add del mod">
          <ac:chgData name="Srinivas" userId="0dfdf577-abd2-4267-93fe-1b178774e272" providerId="ADAL" clId="{26E41FBD-A856-477A-B280-770F18103933}" dt="2026-10-28T07:05:16.605" v="94" actId="478"/>
          <ac:spMkLst>
            <pc:docMk/>
            <pc:sldMk cId="0" sldId="258"/>
            <ac:spMk id="63" creationId="{1BA8790F-A1B9-0E10-42EC-7B43BD525114}"/>
          </ac:spMkLst>
        </pc:spChg>
        <pc:spChg chg="add del mod">
          <ac:chgData name="Srinivas" userId="0dfdf577-abd2-4267-93fe-1b178774e272" providerId="ADAL" clId="{26E41FBD-A856-477A-B280-770F18103933}" dt="2026-10-28T07:05:21.398" v="95" actId="478"/>
          <ac:spMkLst>
            <pc:docMk/>
            <pc:sldMk cId="0" sldId="258"/>
            <ac:spMk id="64" creationId="{AE6AD798-9A68-E08F-F55A-FEE61DD67F1E}"/>
          </ac:spMkLst>
        </pc:spChg>
        <pc:spChg chg="add mod">
          <ac:chgData name="Srinivas" userId="0dfdf577-abd2-4267-93fe-1b178774e272" providerId="ADAL" clId="{26E41FBD-A856-477A-B280-770F18103933}" dt="2026-10-28T07:06:27.503" v="151" actId="20577"/>
          <ac:spMkLst>
            <pc:docMk/>
            <pc:sldMk cId="0" sldId="258"/>
            <ac:spMk id="66" creationId="{E6DD3F25-6BE2-0995-F077-D0C356A0D750}"/>
          </ac:spMkLst>
        </pc:spChg>
        <pc:spChg chg="add del mod">
          <ac:chgData name="Srinivas" userId="0dfdf577-abd2-4267-93fe-1b178774e272" providerId="ADAL" clId="{26E41FBD-A856-477A-B280-770F18103933}" dt="2026-10-28T07:06:54.020" v="153" actId="478"/>
          <ac:spMkLst>
            <pc:docMk/>
            <pc:sldMk cId="0" sldId="258"/>
            <ac:spMk id="68" creationId="{782FD3A2-636E-1EE1-20BA-AD48779633A1}"/>
          </ac:spMkLst>
        </pc:spChg>
        <pc:spChg chg="add del">
          <ac:chgData name="Srinivas" userId="0dfdf577-abd2-4267-93fe-1b178774e272" providerId="ADAL" clId="{26E41FBD-A856-477A-B280-770F18103933}" dt="2026-10-28T07:04:29.737" v="76" actId="478"/>
          <ac:spMkLst>
            <pc:docMk/>
            <pc:sldMk cId="0" sldId="258"/>
            <ac:spMk id="70" creationId="{33901089-23D9-A9F3-9107-CEECE9BBC6B0}"/>
          </ac:spMkLst>
        </pc:spChg>
        <pc:spChg chg="add del">
          <ac:chgData name="Srinivas" userId="0dfdf577-abd2-4267-93fe-1b178774e272" providerId="ADAL" clId="{26E41FBD-A856-477A-B280-770F18103933}" dt="2026-10-28T07:04:42.934" v="79" actId="478"/>
          <ac:spMkLst>
            <pc:docMk/>
            <pc:sldMk cId="0" sldId="258"/>
            <ac:spMk id="72" creationId="{92FE404C-CF00-88B6-609F-3A6EA0976DDD}"/>
          </ac:spMkLst>
        </pc:spChg>
        <pc:spChg chg="add mod">
          <ac:chgData name="Srinivas" userId="0dfdf577-abd2-4267-93fe-1b178774e272" providerId="ADAL" clId="{26E41FBD-A856-477A-B280-770F18103933}" dt="2026-10-28T07:04:36.597" v="78" actId="1076"/>
          <ac:spMkLst>
            <pc:docMk/>
            <pc:sldMk cId="0" sldId="258"/>
            <ac:spMk id="74" creationId="{8A2531C8-BB98-3121-FA30-5DBCF3A489B7}"/>
          </ac:spMkLst>
        </pc:spChg>
        <pc:spChg chg="add mod">
          <ac:chgData name="Srinivas" userId="0dfdf577-abd2-4267-93fe-1b178774e272" providerId="ADAL" clId="{26E41FBD-A856-477A-B280-770F18103933}" dt="2026-10-28T07:04:36.597" v="78" actId="1076"/>
          <ac:spMkLst>
            <pc:docMk/>
            <pc:sldMk cId="0" sldId="258"/>
            <ac:spMk id="76" creationId="{75B861DF-484A-D237-9BC4-A337A913DC6C}"/>
          </ac:spMkLst>
        </pc:spChg>
        <pc:spChg chg="add mod">
          <ac:chgData name="Srinivas" userId="0dfdf577-abd2-4267-93fe-1b178774e272" providerId="ADAL" clId="{26E41FBD-A856-477A-B280-770F18103933}" dt="2026-10-28T07:04:50.895" v="82" actId="1076"/>
          <ac:spMkLst>
            <pc:docMk/>
            <pc:sldMk cId="0" sldId="258"/>
            <ac:spMk id="78" creationId="{6EC3A0FB-C486-7C75-5854-45258EA4A0EB}"/>
          </ac:spMkLst>
        </pc:spChg>
        <pc:spChg chg="add mod">
          <ac:chgData name="Srinivas" userId="0dfdf577-abd2-4267-93fe-1b178774e272" providerId="ADAL" clId="{26E41FBD-A856-477A-B280-770F18103933}" dt="2026-10-28T07:05:08.619" v="91" actId="1076"/>
          <ac:spMkLst>
            <pc:docMk/>
            <pc:sldMk cId="0" sldId="258"/>
            <ac:spMk id="80" creationId="{414DAB89-649E-65E6-E9C2-3C145138F00D}"/>
          </ac:spMkLst>
        </pc:spChg>
        <pc:spChg chg="add mod">
          <ac:chgData name="Srinivas" userId="0dfdf577-abd2-4267-93fe-1b178774e272" providerId="ADAL" clId="{26E41FBD-A856-477A-B280-770F18103933}" dt="2026-10-28T07:08:10.348" v="217" actId="20577"/>
          <ac:spMkLst>
            <pc:docMk/>
            <pc:sldMk cId="0" sldId="258"/>
            <ac:spMk id="87" creationId="{129B72FB-268C-FAA0-39BE-5154BCC40A51}"/>
          </ac:spMkLst>
        </pc:spChg>
        <pc:spChg chg="add del">
          <ac:chgData name="Srinivas" userId="0dfdf577-abd2-4267-93fe-1b178774e272" providerId="ADAL" clId="{26E41FBD-A856-477A-B280-770F18103933}" dt="2026-10-28T07:09:53.535" v="230" actId="22"/>
          <ac:spMkLst>
            <pc:docMk/>
            <pc:sldMk cId="0" sldId="258"/>
            <ac:spMk id="94" creationId="{034FC4FE-12A6-D48D-88C3-DA9A01FD609D}"/>
          </ac:spMkLst>
        </pc:spChg>
        <pc:spChg chg="add del">
          <ac:chgData name="Srinivas" userId="0dfdf577-abd2-4267-93fe-1b178774e272" providerId="ADAL" clId="{26E41FBD-A856-477A-B280-770F18103933}" dt="2026-10-28T07:09:53.535" v="230" actId="22"/>
          <ac:spMkLst>
            <pc:docMk/>
            <pc:sldMk cId="0" sldId="258"/>
            <ac:spMk id="96" creationId="{81156E7B-BBBD-C9BC-8111-28B3A872F76E}"/>
          </ac:spMkLst>
        </pc:spChg>
        <pc:spChg chg="add del">
          <ac:chgData name="Srinivas" userId="0dfdf577-abd2-4267-93fe-1b178774e272" providerId="ADAL" clId="{26E41FBD-A856-477A-B280-770F18103933}" dt="2026-10-28T07:10:14.582" v="234" actId="22"/>
          <ac:spMkLst>
            <pc:docMk/>
            <pc:sldMk cId="0" sldId="258"/>
            <ac:spMk id="98" creationId="{548E9334-8395-A54C-05D9-7BB193098866}"/>
          </ac:spMkLst>
        </pc:spChg>
        <pc:spChg chg="add del mod">
          <ac:chgData name="Srinivas" userId="0dfdf577-abd2-4267-93fe-1b178774e272" providerId="ADAL" clId="{26E41FBD-A856-477A-B280-770F18103933}" dt="2026-10-28T07:10:34.109" v="238" actId="11529"/>
          <ac:spMkLst>
            <pc:docMk/>
            <pc:sldMk cId="0" sldId="258"/>
            <ac:spMk id="99" creationId="{1B3B422A-E3D9-5B81-6F1A-83898EB15BB1}"/>
          </ac:spMkLst>
        </pc:spChg>
        <pc:spChg chg="add mod">
          <ac:chgData name="Srinivas" userId="0dfdf577-abd2-4267-93fe-1b178774e272" providerId="ADAL" clId="{26E41FBD-A856-477A-B280-770F18103933}" dt="2026-10-28T07:10:42.388" v="240" actId="571"/>
          <ac:spMkLst>
            <pc:docMk/>
            <pc:sldMk cId="0" sldId="258"/>
            <ac:spMk id="100" creationId="{DAB340B9-64D0-EF38-CA9E-0B66E2689E13}"/>
          </ac:spMkLst>
        </pc:spChg>
        <pc:spChg chg="add mod">
          <ac:chgData name="Srinivas" userId="0dfdf577-abd2-4267-93fe-1b178774e272" providerId="ADAL" clId="{26E41FBD-A856-477A-B280-770F18103933}" dt="2026-10-28T07:11:05.365" v="244" actId="1076"/>
          <ac:spMkLst>
            <pc:docMk/>
            <pc:sldMk cId="0" sldId="258"/>
            <ac:spMk id="102" creationId="{32A5B656-AB5C-832D-3284-CC1D4FCFF968}"/>
          </ac:spMkLst>
        </pc:spChg>
        <pc:spChg chg="add mod">
          <ac:chgData name="Srinivas" userId="0dfdf577-abd2-4267-93fe-1b178774e272" providerId="ADAL" clId="{26E41FBD-A856-477A-B280-770F18103933}" dt="2026-10-28T07:11:11.526" v="246" actId="1076"/>
          <ac:spMkLst>
            <pc:docMk/>
            <pc:sldMk cId="0" sldId="258"/>
            <ac:spMk id="104" creationId="{675EB0A1-F740-88F0-1F4B-6E8341C21192}"/>
          </ac:spMkLst>
        </pc:spChg>
        <pc:spChg chg="add del">
          <ac:chgData name="Srinivas" userId="0dfdf577-abd2-4267-93fe-1b178774e272" providerId="ADAL" clId="{26E41FBD-A856-477A-B280-770F18103933}" dt="2026-10-28T07:11:30.548" v="248" actId="22"/>
          <ac:spMkLst>
            <pc:docMk/>
            <pc:sldMk cId="0" sldId="258"/>
            <ac:spMk id="106" creationId="{96575941-B081-D97F-5B1E-04EAA7699FB3}"/>
          </ac:spMkLst>
        </pc:spChg>
        <pc:spChg chg="add mod">
          <ac:chgData name="Srinivas" userId="0dfdf577-abd2-4267-93fe-1b178774e272" providerId="ADAL" clId="{26E41FBD-A856-477A-B280-770F18103933}" dt="2026-10-28T07:13:43.718" v="259" actId="1076"/>
          <ac:spMkLst>
            <pc:docMk/>
            <pc:sldMk cId="0" sldId="258"/>
            <ac:spMk id="108" creationId="{D0F8935C-148B-EAFA-1252-42B7E64A1D34}"/>
          </ac:spMkLst>
        </pc:spChg>
        <pc:spChg chg="add mod">
          <ac:chgData name="Srinivas" userId="0dfdf577-abd2-4267-93fe-1b178774e272" providerId="ADAL" clId="{26E41FBD-A856-477A-B280-770F18103933}" dt="2026-10-28T07:13:35.724" v="258" actId="20577"/>
          <ac:spMkLst>
            <pc:docMk/>
            <pc:sldMk cId="0" sldId="258"/>
            <ac:spMk id="110" creationId="{A0CE82D2-5850-CB65-A739-1CF9F9049616}"/>
          </ac:spMkLst>
        </pc:spChg>
        <pc:spChg chg="add mod ord">
          <ac:chgData name="Srinivas" userId="0dfdf577-abd2-4267-93fe-1b178774e272" providerId="ADAL" clId="{26E41FBD-A856-477A-B280-770F18103933}" dt="2026-10-28T07:15:15.593" v="322" actId="167"/>
          <ac:spMkLst>
            <pc:docMk/>
            <pc:sldMk cId="0" sldId="258"/>
            <ac:spMk id="112" creationId="{63B0B0B1-08A4-13A7-AD16-34D786691E48}"/>
          </ac:spMkLst>
        </pc:spChg>
        <pc:cxnChg chg="add mod">
          <ac:chgData name="Srinivas" userId="0dfdf577-abd2-4267-93fe-1b178774e272" providerId="ADAL" clId="{26E41FBD-A856-477A-B280-770F18103933}" dt="2026-10-28T07:09:12.706" v="220" actId="208"/>
          <ac:cxnSpMkLst>
            <pc:docMk/>
            <pc:sldMk cId="0" sldId="258"/>
            <ac:cxnSpMk id="82" creationId="{9CC6DF8E-8003-5A5C-6E79-7FF042BD13F5}"/>
          </ac:cxnSpMkLst>
        </pc:cxnChg>
        <pc:cxnChg chg="add mod">
          <ac:chgData name="Srinivas" userId="0dfdf577-abd2-4267-93fe-1b178774e272" providerId="ADAL" clId="{26E41FBD-A856-477A-B280-770F18103933}" dt="2026-10-28T07:09:12.706" v="220" actId="208"/>
          <ac:cxnSpMkLst>
            <pc:docMk/>
            <pc:sldMk cId="0" sldId="258"/>
            <ac:cxnSpMk id="85" creationId="{F346149C-6B09-5B3D-5779-C67DC5502A57}"/>
          </ac:cxnSpMkLst>
        </pc:cxnChg>
        <pc:cxnChg chg="add mod">
          <ac:chgData name="Srinivas" userId="0dfdf577-abd2-4267-93fe-1b178774e272" providerId="ADAL" clId="{26E41FBD-A856-477A-B280-770F18103933}" dt="2026-10-28T07:09:12.706" v="220" actId="208"/>
          <ac:cxnSpMkLst>
            <pc:docMk/>
            <pc:sldMk cId="0" sldId="258"/>
            <ac:cxnSpMk id="89" creationId="{4C79FB73-A12B-9DB8-D5FE-C40E1523A36D}"/>
          </ac:cxnSpMkLst>
        </pc:cxnChg>
        <pc:cxnChg chg="add mod">
          <ac:chgData name="Srinivas" userId="0dfdf577-abd2-4267-93fe-1b178774e272" providerId="ADAL" clId="{26E41FBD-A856-477A-B280-770F18103933}" dt="2026-10-28T07:09:12.706" v="220" actId="208"/>
          <ac:cxnSpMkLst>
            <pc:docMk/>
            <pc:sldMk cId="0" sldId="258"/>
            <ac:cxnSpMk id="92" creationId="{F77A2323-B8F9-B4B2-557A-D38C1D7B5C6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40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of the Customer Portal process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one-page flow against the Portal FRD and the CEC intake design.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Contracts and Pricing Agreements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3611880"/>
          </a:xfrm>
          <a:prstGeom prst="roundRect">
            <a:avLst>
              <a:gd name="adj" fmla="val 2373"/>
            </a:avLst>
          </a:prstGeom>
          <a:solidFill>
            <a:srgbClr val="DFF1E6"/>
          </a:solidFill>
          <a:ln w="12700">
            <a:solidFill>
              <a:srgbClr val="DFF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347472"/>
          </a:xfrm>
          <a:prstGeom prst="roundRect">
            <a:avLst>
              <a:gd name="adj" fmla="val 18421"/>
            </a:avLst>
          </a:prstGeom>
          <a:solidFill>
            <a:srgbClr val="1E8A4C"/>
          </a:solidFill>
          <a:ln w="12700">
            <a:solidFill>
              <a:srgbClr val="1E8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1444752"/>
            <a:ext cx="24871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Intake request that fans out to Ascent: Sales Order for rental and sales, Work Order for pickup and service. This matches the CEC design.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and Application Support as their own paths.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Ascent records the portal creates.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3611880"/>
          </a:xfrm>
          <a:prstGeom prst="roundRect">
            <a:avLst>
              <a:gd name="adj" fmla="val 2373"/>
            </a:avLst>
          </a:prstGeom>
          <a:solidFill>
            <a:srgbClr val="F9E1E3"/>
          </a:solidFill>
          <a:ln w="12700">
            <a:solidFill>
              <a:srgbClr val="F9E1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697480" cy="347472"/>
          </a:xfrm>
          <a:prstGeom prst="roundRect">
            <a:avLst>
              <a:gd name="adj" fmla="val 18421"/>
            </a:avLst>
          </a:prstGeom>
          <a:solidFill>
            <a:srgbClr val="C0101E"/>
          </a:solidFill>
          <a:ln w="12700">
            <a:solidFill>
              <a:srgbClr val="C010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0128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1444752"/>
            <a:ext cx="24871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overlaps the login box.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and orange are used without a legend (Ascent Sales Order is blue, Ascent Work Order is orange).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starts from the customer's equipment on rent, with a duplicate call-off check, not from a blank intake.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arrows read Dispute, Invoice Dispute, Invoice. A dispute starts from a chosen invoice.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History is not connected to anything.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 Services and Rental Service Request differ: customer-owned equipment needs an estimate and approval.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97480" cy="3611880"/>
          </a:xfrm>
          <a:prstGeom prst="roundRect">
            <a:avLst>
              <a:gd name="adj" fmla="val 2373"/>
            </a:avLst>
          </a:prstGeom>
          <a:solidFill>
            <a:srgbClr val="E4EEFB"/>
          </a:solidFill>
          <a:ln w="12700">
            <a:solidFill>
              <a:srgbClr val="E4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97480" cy="347472"/>
          </a:xfrm>
          <a:prstGeom prst="roundRect">
            <a:avLst>
              <a:gd name="adj" fmla="val 18421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4768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444752"/>
            <a:ext cx="24871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MFA, and role and facility entitlement.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My Orders (status, amend, cancel while Pending) and My Equipment (swap, transfer, consignment, update details).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loop back from Ascent and the branch.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path: GoTransverse, Salesforce PDF, portal.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and knowledge before a Case.</a:t>
            </a:r>
            <a:endParaRPr lang="en-US" sz="9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Admin for users, roles and PO references.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portal map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area, who uses it and what it creates in Salesforce or Ascent.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Contracts and Pricing Agreements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" y="237744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or email, MFA, role and facility entitlement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65960" y="2377440"/>
            <a:ext cx="1188720" cy="868680"/>
          </a:xfrm>
          <a:prstGeom prst="roundRect">
            <a:avLst>
              <a:gd name="adj" fmla="val 7368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20824" y="237744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orders, pickups, cases, invoices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91640" y="2811780"/>
            <a:ext cx="27432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2811780"/>
            <a:ext cx="1828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00200"/>
            <a:ext cx="0" cy="246888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05156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05156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3592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Equipment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14173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then Ascent Sales Order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105156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05156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76672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376672" y="14173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amend, cancel while Pending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105156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105156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Equipment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14173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Admin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base, swap, transfer, consignment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20440" y="228600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228600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93592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Pickup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593592" y="2651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then Ascent Work Order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228600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228600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76672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and Support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376672" y="2651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request, Work Order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86600" y="228600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228600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59752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Disputes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159752" y="2651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PDF, Dispute, credit link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20440" y="352044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0440" y="352044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93592" y="3520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Admin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593592" y="38862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roles, PO references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03520" y="352044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0" y="352044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376672" y="3520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History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376672" y="38862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Ops, Admin, Viewer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history, last service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86600" y="3520440"/>
            <a:ext cx="1691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86600" y="352044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159752" y="3520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59752" y="38862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Knowledge, contact CEC, Case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37560" y="1600200"/>
            <a:ext cx="1828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337560" y="2834640"/>
            <a:ext cx="1828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337560" y="4069080"/>
            <a:ext cx="1828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3657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transactional pages. Teal = account, billing and help pages.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0">
            <a:extLst>
              <a:ext uri="{FF2B5EF4-FFF2-40B4-BE49-F238E27FC236}">
                <a16:creationId xmlns:a16="http://schemas.microsoft.com/office/drawing/2014/main" id="{63B0B0B1-08A4-13A7-AD16-34D786691E48}"/>
              </a:ext>
            </a:extLst>
          </p:cNvPr>
          <p:cNvSpPr/>
          <p:nvPr/>
        </p:nvSpPr>
        <p:spPr>
          <a:xfrm>
            <a:off x="365760" y="2681478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Order, pickup and service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0883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and the CEC share one process after the Intake is created.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Contracts and Pricing Agreements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3327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03327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5623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85623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4325111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7919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679192"/>
            <a:ext cx="868680" cy="635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502152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0215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350215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71600" y="1115568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1042416"/>
            <a:ext cx="201168" cy="20116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98448" y="1042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408176" y="1115568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equipment, intake requests a pickup or a service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06040" y="1938528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2888" y="1865376"/>
            <a:ext cx="201168" cy="201168"/>
          </a:xfrm>
          <a:prstGeom prst="ellipse">
            <a:avLst/>
          </a:prstGeom>
          <a:solidFill>
            <a:srgbClr val="0B6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32888" y="1865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2642616" y="1938528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entitlement, PO and duplicate call-off, creates Intake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0" y="2761488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67328" y="2688336"/>
            <a:ext cx="201168" cy="201168"/>
          </a:xfrm>
          <a:prstGeom prst="ellipse">
            <a:avLst/>
          </a:prstGeom>
          <a:solidFill>
            <a:srgbClr val="0E8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67328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877056" y="2761488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 Confirms Intake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74920" y="3584448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01768" y="3511296"/>
            <a:ext cx="201168" cy="201168"/>
          </a:xfrm>
          <a:prstGeom prst="ellipse">
            <a:avLst/>
          </a:prstGeom>
          <a:solidFill>
            <a:srgbClr val="B86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01768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11496" y="3584448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Sales Order / Work Order for Delivery and  Pickup or service: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1938528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1865376"/>
            <a:ext cx="201168" cy="201168"/>
          </a:xfrm>
          <a:prstGeom prst="ellipse">
            <a:avLst/>
          </a:prstGeom>
          <a:solidFill>
            <a:srgbClr val="0B6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54496" y="1874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6345936" y="1938528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timeline updates and notice sent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543800" y="1115568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0648" y="1042416"/>
            <a:ext cx="201168" cy="20116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70648" y="1042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7580376" y="1115568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tracks the request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68880" y="141732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37460" y="1417320"/>
            <a:ext cx="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37460" y="224028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703320" y="224028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71900" y="2240280"/>
            <a:ext cx="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71900" y="306324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172200" y="388620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40780" y="2240280"/>
            <a:ext cx="0" cy="16459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40780" y="224028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406640" y="224028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75220" y="1417320"/>
            <a:ext cx="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75220" y="1417320"/>
            <a:ext cx="685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66" name="Shape 24">
            <a:extLst>
              <a:ext uri="{FF2B5EF4-FFF2-40B4-BE49-F238E27FC236}">
                <a16:creationId xmlns:a16="http://schemas.microsoft.com/office/drawing/2014/main" id="{E6DD3F25-6BE2-0995-F077-D0C356A0D750}"/>
              </a:ext>
            </a:extLst>
          </p:cNvPr>
          <p:cNvSpPr/>
          <p:nvPr/>
        </p:nvSpPr>
        <p:spPr>
          <a:xfrm>
            <a:off x="5086594" y="4433700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  <p:txBody>
          <a:bodyPr/>
          <a:lstStyle/>
          <a:p>
            <a:endParaRPr lang="en-IN" sz="800" dirty="0">
              <a:solidFill>
                <a:srgbClr val="1F2A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Assigns CSR</a:t>
            </a:r>
          </a:p>
        </p:txBody>
      </p:sp>
      <p:sp>
        <p:nvSpPr>
          <p:cNvPr id="74" name="Text 12">
            <a:extLst>
              <a:ext uri="{FF2B5EF4-FFF2-40B4-BE49-F238E27FC236}">
                <a16:creationId xmlns:a16="http://schemas.microsoft.com/office/drawing/2014/main" id="{8A2531C8-BB98-3121-FA30-5DBCF3A489B7}"/>
              </a:ext>
            </a:extLst>
          </p:cNvPr>
          <p:cNvSpPr txBox="1"/>
          <p:nvPr/>
        </p:nvSpPr>
        <p:spPr>
          <a:xfrm>
            <a:off x="1154975" y="4192524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</a:t>
            </a:r>
            <a:endParaRPr lang="en-US" sz="95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75B861DF-484A-D237-9BC4-A337A913DC6C}"/>
              </a:ext>
            </a:extLst>
          </p:cNvPr>
          <p:cNvSpPr txBox="1"/>
          <p:nvPr/>
        </p:nvSpPr>
        <p:spPr>
          <a:xfrm>
            <a:off x="1307375" y="4344924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</a:t>
            </a:r>
            <a:endParaRPr lang="en-US" sz="950" dirty="0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6EC3A0FB-C486-7C75-5854-45258EA4A0EB}"/>
              </a:ext>
            </a:extLst>
          </p:cNvPr>
          <p:cNvSpPr/>
          <p:nvPr/>
        </p:nvSpPr>
        <p:spPr>
          <a:xfrm>
            <a:off x="365760" y="433126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414DAB89-649E-65E6-E9C2-3C145138F00D}"/>
              </a:ext>
            </a:extLst>
          </p:cNvPr>
          <p:cNvSpPr txBox="1"/>
          <p:nvPr/>
        </p:nvSpPr>
        <p:spPr>
          <a:xfrm>
            <a:off x="365760" y="4393695"/>
            <a:ext cx="868680" cy="635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50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CC6DF8E-8003-5A5C-6E79-7FF042BD13F5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4472355" y="3281757"/>
            <a:ext cx="531004" cy="697474"/>
          </a:xfrm>
          <a:prstGeom prst="bentConnector2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346149C-6B09-5B3D-5779-C67DC5502A57}"/>
              </a:ext>
            </a:extLst>
          </p:cNvPr>
          <p:cNvCxnSpPr>
            <a:endCxn id="66" idx="0"/>
          </p:cNvCxnSpPr>
          <p:nvPr/>
        </p:nvCxnSpPr>
        <p:spPr>
          <a:xfrm>
            <a:off x="5592536" y="4192524"/>
            <a:ext cx="0" cy="241176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Shape 36">
            <a:extLst>
              <a:ext uri="{FF2B5EF4-FFF2-40B4-BE49-F238E27FC236}">
                <a16:creationId xmlns:a16="http://schemas.microsoft.com/office/drawing/2014/main" id="{129B72FB-268C-FAA0-39BE-5154BCC40A51}"/>
              </a:ext>
            </a:extLst>
          </p:cNvPr>
          <p:cNvSpPr/>
          <p:nvPr/>
        </p:nvSpPr>
        <p:spPr>
          <a:xfrm>
            <a:off x="6600703" y="4450736"/>
            <a:ext cx="10972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800" dirty="0">
              <a:solidFill>
                <a:srgbClr val="1F2A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Delivery / Pickup / Service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C79FB73-A12B-9DB8-D5FE-C40E1523A36D}"/>
              </a:ext>
            </a:extLst>
          </p:cNvPr>
          <p:cNvCxnSpPr>
            <a:cxnSpLocks/>
          </p:cNvCxnSpPr>
          <p:nvPr/>
        </p:nvCxnSpPr>
        <p:spPr>
          <a:xfrm>
            <a:off x="6206490" y="4728972"/>
            <a:ext cx="361678" cy="0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77A2323-B8F9-B4B2-557A-D38C1D7B5C6B}"/>
              </a:ext>
            </a:extLst>
          </p:cNvPr>
          <p:cNvCxnSpPr>
            <a:stCxn id="87" idx="0"/>
          </p:cNvCxnSpPr>
          <p:nvPr/>
        </p:nvCxnSpPr>
        <p:spPr>
          <a:xfrm flipV="1">
            <a:off x="7149343" y="2571750"/>
            <a:ext cx="0" cy="1878986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Shape 33">
            <a:extLst>
              <a:ext uri="{FF2B5EF4-FFF2-40B4-BE49-F238E27FC236}">
                <a16:creationId xmlns:a16="http://schemas.microsoft.com/office/drawing/2014/main" id="{32A5B656-AB5C-832D-3284-CC1D4FCFF968}"/>
              </a:ext>
            </a:extLst>
          </p:cNvPr>
          <p:cNvSpPr/>
          <p:nvPr/>
        </p:nvSpPr>
        <p:spPr>
          <a:xfrm>
            <a:off x="4985093" y="4357119"/>
            <a:ext cx="201168" cy="201168"/>
          </a:xfrm>
          <a:prstGeom prst="ellipse">
            <a:avLst/>
          </a:prstGeom>
          <a:solidFill>
            <a:srgbClr val="0B6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33">
            <a:extLst>
              <a:ext uri="{FF2B5EF4-FFF2-40B4-BE49-F238E27FC236}">
                <a16:creationId xmlns:a16="http://schemas.microsoft.com/office/drawing/2014/main" id="{675EB0A1-F740-88F0-1F4B-6E8341C21192}"/>
              </a:ext>
            </a:extLst>
          </p:cNvPr>
          <p:cNvSpPr/>
          <p:nvPr/>
        </p:nvSpPr>
        <p:spPr>
          <a:xfrm>
            <a:off x="6500119" y="4375404"/>
            <a:ext cx="201168" cy="201168"/>
          </a:xfrm>
          <a:prstGeom prst="ellipse">
            <a:avLst/>
          </a:prstGeom>
          <a:solidFill>
            <a:srgbClr val="0B6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34">
            <a:extLst>
              <a:ext uri="{FF2B5EF4-FFF2-40B4-BE49-F238E27FC236}">
                <a16:creationId xmlns:a16="http://schemas.microsoft.com/office/drawing/2014/main" id="{D0F8935C-148B-EAFA-1252-42B7E64A1D34}"/>
              </a:ext>
            </a:extLst>
          </p:cNvPr>
          <p:cNvSpPr txBox="1"/>
          <p:nvPr/>
        </p:nvSpPr>
        <p:spPr>
          <a:xfrm>
            <a:off x="4983868" y="4398264"/>
            <a:ext cx="201168" cy="12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10" name="Text 34">
            <a:extLst>
              <a:ext uri="{FF2B5EF4-FFF2-40B4-BE49-F238E27FC236}">
                <a16:creationId xmlns:a16="http://schemas.microsoft.com/office/drawing/2014/main" id="{A0CE82D2-5850-CB65-A739-1CF9F9049616}"/>
              </a:ext>
            </a:extLst>
          </p:cNvPr>
          <p:cNvSpPr txBox="1"/>
          <p:nvPr/>
        </p:nvSpPr>
        <p:spPr>
          <a:xfrm>
            <a:off x="6498894" y="438074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In-life actions from My Equipment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starts from equipment on rent and ends in a defined record.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Contracts and Pricing Agreements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554480" cy="3474720"/>
          </a:xfrm>
          <a:prstGeom prst="roundRect">
            <a:avLst>
              <a:gd name="adj" fmla="val 411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05840"/>
            <a:ext cx="1371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Equipment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base by facility and unit, with status flags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40864" y="100584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details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20240" y="1307592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1307592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1005840"/>
            <a:ext cx="2377440" cy="603504"/>
          </a:xfrm>
          <a:prstGeom prst="roundRect">
            <a:avLst>
              <a:gd name="adj" fmla="val 10606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005840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or ID and PO corrections. Each change stores who and when.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1307592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0" y="1005840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DDF1F0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1005840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change record. No new order.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0" y="1719072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40864" y="1719072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transfer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20240" y="2020824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23360" y="2020824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1719072"/>
            <a:ext cx="2377440" cy="603504"/>
          </a:xfrm>
          <a:prstGeom prst="roundRect">
            <a:avLst>
              <a:gd name="adj" fmla="val 10606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43984" y="1719072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Billing-only move between units. No delivery or pickup.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2020824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32320" y="1719072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DDF1F0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87184" y="171907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unit stops, new unit starts next day.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2432304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40864" y="2432304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start or stop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20240" y="2734056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023360" y="2734056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89120" y="2432304"/>
            <a:ext cx="2377440" cy="603504"/>
          </a:xfrm>
          <a:prstGeom prst="roundRect">
            <a:avLst>
              <a:gd name="adj" fmla="val 10606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43984" y="2432304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contract approval. Account-level today.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66560" y="2734056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32320" y="2432304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DDF1F0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87184" y="2432304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activated or deactivated.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0" y="3145536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40864" y="314553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20240" y="3447288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023360" y="3447288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389120" y="3145536"/>
            <a:ext cx="2377440" cy="603504"/>
          </a:xfrm>
          <a:prstGeom prst="roundRect">
            <a:avLst>
              <a:gd name="adj" fmla="val 10606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43984" y="3145536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Pickup and delivery are linked.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66560" y="3447288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132320" y="3145536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DDF1F0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87184" y="3145536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pair, visible in portal and CEC.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0" y="3858768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40864" y="385876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pickup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20240" y="4160520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023360" y="4160520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389120" y="3858768"/>
            <a:ext cx="2377440" cy="603504"/>
          </a:xfrm>
          <a:prstGeom prst="roundRect">
            <a:avLst>
              <a:gd name="adj" fmla="val 10606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43984" y="385876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call-off check, preferred date, access notes.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66560" y="4160520"/>
            <a:ext cx="36576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132320" y="3858768"/>
            <a:ext cx="1645920" cy="603504"/>
          </a:xfrm>
          <a:prstGeom prst="roundRect">
            <a:avLst>
              <a:gd name="adj" fmla="val 10606"/>
            </a:avLst>
          </a:prstGeom>
          <a:solidFill>
            <a:srgbClr val="DDF1F0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187184" y="385876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(pickup), then Work Order.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and dispute flow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GoTransverse invoice to a resolved dispute. Payment status is still to be designed.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Contracts and Pricing Agreements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3327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03327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5623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0B6FD6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85623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4F7FB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7919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67919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billing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502152"/>
            <a:ext cx="84124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02152"/>
            <a:ext cx="868680" cy="768096"/>
          </a:xfrm>
          <a:prstGeom prst="roundRect">
            <a:avLst>
              <a:gd name="adj" fmla="val 5952"/>
            </a:avLst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3502152"/>
            <a:ext cx="868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and Acumatica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25880" y="3584448"/>
            <a:ext cx="9601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2728" y="3511296"/>
            <a:ext cx="201168" cy="201168"/>
          </a:xfrm>
          <a:prstGeom prst="ellipse">
            <a:avLst/>
          </a:prstGeom>
          <a:solidFill>
            <a:srgbClr val="B86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52728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362456" y="358444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finalizes the invoice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95728" y="2761488"/>
            <a:ext cx="9601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22576" y="2688336"/>
            <a:ext cx="201168" cy="201168"/>
          </a:xfrm>
          <a:prstGeom prst="ellipse">
            <a:avLst/>
          </a:prstGeom>
          <a:solidFill>
            <a:srgbClr val="0E8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22576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2432304" y="276148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builds the PDF and stores a versioned file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65576" y="1938528"/>
            <a:ext cx="9601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2424" y="1865376"/>
            <a:ext cx="201168" cy="201168"/>
          </a:xfrm>
          <a:prstGeom prst="ellipse">
            <a:avLst/>
          </a:prstGeom>
          <a:solidFill>
            <a:srgbClr val="0B6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92424" y="1865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502152" y="193852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list and PDF for authorized users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35424" y="1115568"/>
            <a:ext cx="9601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1042416"/>
            <a:ext cx="201168" cy="20116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62272" y="1042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111556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 dispute on that invoice with reason and evidence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05272" y="2761488"/>
            <a:ext cx="9601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32120" y="2688336"/>
            <a:ext cx="201168" cy="201168"/>
          </a:xfrm>
          <a:prstGeom prst="ellipse">
            <a:avLst/>
          </a:prstGeom>
          <a:solidFill>
            <a:srgbClr val="0E8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32120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641848" y="276148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reviews, asks for re-render or credit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75120" y="3584448"/>
            <a:ext cx="9601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3511296"/>
            <a:ext cx="201168" cy="201168"/>
          </a:xfrm>
          <a:prstGeom prst="ellipse">
            <a:avLst/>
          </a:prstGeom>
          <a:solidFill>
            <a:srgbClr val="B86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01968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711696" y="358444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credit invoice linked to the original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44968" y="1938528"/>
            <a:ext cx="9601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0B6F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1816" y="1865376"/>
            <a:ext cx="201168" cy="201168"/>
          </a:xfrm>
          <a:prstGeom prst="ellipse">
            <a:avLst/>
          </a:prstGeom>
          <a:solidFill>
            <a:srgbClr val="0B6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71816" y="1865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7781544" y="193852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status and payment status shown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0" y="388620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40864" y="3063240"/>
            <a:ext cx="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40864" y="306324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55848" y="306324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10712" y="2240280"/>
            <a:ext cx="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0712" y="224028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25696" y="224028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80560" y="1417320"/>
            <a:ext cx="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80560" y="141732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495544" y="141732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50408" y="1417320"/>
            <a:ext cx="0" cy="16459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50408" y="306324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565392" y="306324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20256" y="3063240"/>
            <a:ext cx="0" cy="8229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20256" y="388620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635240" y="388620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90104" y="2240280"/>
            <a:ext cx="0" cy="16459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90104" y="2240280"/>
            <a:ext cx="54864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365760" y="4389120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FCEFD9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taken in Acumatica and GT will not send payment status back, so the source for the portal is not yet designed.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do what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FRD persona model. "Confirm" means the FRD does not settle it.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Contracts and Pricing Agreements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and My 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and pickup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and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and disputes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Administrator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8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8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8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User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User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(no order editing)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Viewer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365760" y="3566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 agents act for the customer in the Salesforce console, and billing users work in the Billing Console. Neither uses the portal. Patient fields appear only for bed rentals a user handles.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and decisions to confirm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change in the flow, and what still needs an answer.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Contracts and Pricing Agreements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657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names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customers the legacy status names, mapped from Pending, Active and Delivered or Completed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CEC, USME 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 entry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from My Equipment, so the item is known and duplicate call-offs are blocked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as its own path for customer-owned equipment, with estimate and approval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Depot and Biomed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resolution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always links to an invoice; a credit memo goes through the Salesforce approval to GT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Billing, GT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from Acumatica through Workato; design still needed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Finance, Workato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license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Customer Community Plus (hierarchy sharing) with login-based for occasional users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Ascent, Salesforce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from EDI and automation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through the same Intake so every channel follows one process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USME 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1036</Words>
  <Application>Microsoft Office PowerPoint</Application>
  <PresentationFormat>On-screen Show (16:9)</PresentationFormat>
  <Paragraphs>206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Salesforce Contracts: USME Process Flow</dc:title>
  <dc:subject>PptxGenJS Presentation</dc:subject>
  <dc:creator>PptxGenJS</dc:creator>
  <cp:lastModifiedBy>Srinivas</cp:lastModifiedBy>
  <cp:revision>2</cp:revision>
  <dcterms:created xsi:type="dcterms:W3CDTF">2026-10-26T18:51:57Z</dcterms:created>
  <dcterms:modified xsi:type="dcterms:W3CDTF">2026-10-28T07:15:24Z</dcterms:modified>
</cp:coreProperties>
</file>